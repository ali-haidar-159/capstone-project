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1" r:id="rId6"/>
    <p:sldId id="257" r:id="rId7"/>
    <p:sldId id="263" r:id="rId8"/>
    <p:sldId id="276" r:id="rId9"/>
    <p:sldId id="264" r:id="rId10"/>
    <p:sldId id="268" r:id="rId11"/>
    <p:sldId id="265" r:id="rId12"/>
    <p:sldId id="269" r:id="rId13"/>
    <p:sldId id="267" r:id="rId14"/>
    <p:sldId id="277" r:id="rId15"/>
    <p:sldId id="271" r:id="rId16"/>
    <p:sldId id="275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Book Antiqua" panose="02040602050305030304" pitchFamily="18" charset="0"/>
      <p:regular r:id="rId21"/>
      <p:bold r:id="rId22"/>
      <p:italic r:id="rId23"/>
      <p:boldItalic r:id="rId24"/>
    </p:embeddedFont>
    <p:embeddedFont>
      <p:font typeface="Cooper Black" panose="0208090404030B020404" pitchFamily="18" charset="0"/>
      <p:regular r:id="rId25"/>
    </p:embeddedFont>
    <p:embeddedFont>
      <p:font typeface="Signika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7" autoAdjust="0"/>
    <p:restoredTop sz="94622" autoAdjust="0"/>
  </p:normalViewPr>
  <p:slideViewPr>
    <p:cSldViewPr>
      <p:cViewPr varScale="1">
        <p:scale>
          <a:sx n="55" d="100"/>
          <a:sy n="55" d="100"/>
        </p:scale>
        <p:origin x="11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62;p30">
            <a:extLst>
              <a:ext uri="{FF2B5EF4-FFF2-40B4-BE49-F238E27FC236}">
                <a16:creationId xmlns:a16="http://schemas.microsoft.com/office/drawing/2014/main" id="{DD21397A-44F1-02D2-D065-B85176634B3D}"/>
              </a:ext>
            </a:extLst>
          </p:cNvPr>
          <p:cNvGrpSpPr/>
          <p:nvPr/>
        </p:nvGrpSpPr>
        <p:grpSpPr>
          <a:xfrm>
            <a:off x="1600200" y="6591300"/>
            <a:ext cx="4565052" cy="3190805"/>
            <a:chOff x="305498" y="2315002"/>
            <a:chExt cx="3598324" cy="2117088"/>
          </a:xfrm>
        </p:grpSpPr>
        <p:grpSp>
          <p:nvGrpSpPr>
            <p:cNvPr id="12" name="Google Shape;163;p30">
              <a:extLst>
                <a:ext uri="{FF2B5EF4-FFF2-40B4-BE49-F238E27FC236}">
                  <a16:creationId xmlns:a16="http://schemas.microsoft.com/office/drawing/2014/main" id="{5241E481-8E71-9DB9-4D5E-2F5D9D4BC20B}"/>
                </a:ext>
              </a:extLst>
            </p:cNvPr>
            <p:cNvGrpSpPr/>
            <p:nvPr/>
          </p:nvGrpSpPr>
          <p:grpSpPr>
            <a:xfrm flipH="1">
              <a:off x="305498" y="2315002"/>
              <a:ext cx="3598324" cy="2014420"/>
              <a:chOff x="266475" y="728850"/>
              <a:chExt cx="6979900" cy="3907500"/>
            </a:xfrm>
          </p:grpSpPr>
          <p:sp>
            <p:nvSpPr>
              <p:cNvPr id="14" name="Google Shape;164;p30">
                <a:extLst>
                  <a:ext uri="{FF2B5EF4-FFF2-40B4-BE49-F238E27FC236}">
                    <a16:creationId xmlns:a16="http://schemas.microsoft.com/office/drawing/2014/main" id="{3114C88D-9838-4B12-6DA8-8FD161FFC0C9}"/>
                  </a:ext>
                </a:extLst>
              </p:cNvPr>
              <p:cNvSpPr/>
              <p:nvPr/>
            </p:nvSpPr>
            <p:spPr>
              <a:xfrm>
                <a:off x="3798950" y="4009225"/>
                <a:ext cx="1191175" cy="627125"/>
              </a:xfrm>
              <a:custGeom>
                <a:avLst/>
                <a:gdLst/>
                <a:ahLst/>
                <a:cxnLst/>
                <a:rect l="l" t="t" r="r" b="b"/>
                <a:pathLst>
                  <a:path w="47647" h="25085" fill="none" extrusionOk="0">
                    <a:moveTo>
                      <a:pt x="1" y="25084"/>
                    </a:moveTo>
                    <a:lnTo>
                      <a:pt x="7690" y="1"/>
                    </a:lnTo>
                    <a:lnTo>
                      <a:pt x="38950" y="1"/>
                    </a:lnTo>
                    <a:lnTo>
                      <a:pt x="47647" y="25084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65;p30">
                <a:extLst>
                  <a:ext uri="{FF2B5EF4-FFF2-40B4-BE49-F238E27FC236}">
                    <a16:creationId xmlns:a16="http://schemas.microsoft.com/office/drawing/2014/main" id="{0349FB9F-0478-BABE-C118-3E66C2723107}"/>
                  </a:ext>
                </a:extLst>
              </p:cNvPr>
              <p:cNvSpPr/>
              <p:nvPr/>
            </p:nvSpPr>
            <p:spPr>
              <a:xfrm>
                <a:off x="1627800" y="908475"/>
                <a:ext cx="5448425" cy="2924325"/>
              </a:xfrm>
              <a:custGeom>
                <a:avLst/>
                <a:gdLst/>
                <a:ahLst/>
                <a:cxnLst/>
                <a:rect l="l" t="t" r="r" b="b"/>
                <a:pathLst>
                  <a:path w="217937" h="116973" fill="none" extrusionOk="0">
                    <a:moveTo>
                      <a:pt x="5924" y="0"/>
                    </a:moveTo>
                    <a:lnTo>
                      <a:pt x="212012" y="0"/>
                    </a:lnTo>
                    <a:cubicBezTo>
                      <a:pt x="215289" y="0"/>
                      <a:pt x="217936" y="2647"/>
                      <a:pt x="217936" y="5924"/>
                    </a:cubicBezTo>
                    <a:lnTo>
                      <a:pt x="217936" y="111048"/>
                    </a:lnTo>
                    <a:cubicBezTo>
                      <a:pt x="217936" y="114325"/>
                      <a:pt x="215289" y="116972"/>
                      <a:pt x="212012" y="116972"/>
                    </a:cubicBezTo>
                    <a:lnTo>
                      <a:pt x="5924" y="116972"/>
                    </a:lnTo>
                    <a:cubicBezTo>
                      <a:pt x="2647" y="116972"/>
                      <a:pt x="0" y="114325"/>
                      <a:pt x="0" y="111048"/>
                    </a:cubicBezTo>
                    <a:lnTo>
                      <a:pt x="0" y="5924"/>
                    </a:lnTo>
                    <a:cubicBezTo>
                      <a:pt x="0" y="2647"/>
                      <a:pt x="2647" y="0"/>
                      <a:pt x="5924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6;p30">
                <a:extLst>
                  <a:ext uri="{FF2B5EF4-FFF2-40B4-BE49-F238E27FC236}">
                    <a16:creationId xmlns:a16="http://schemas.microsoft.com/office/drawing/2014/main" id="{5AE1A95A-FEEC-FC33-45DD-0C6EC3723E66}"/>
                  </a:ext>
                </a:extLst>
              </p:cNvPr>
              <p:cNvSpPr/>
              <p:nvPr/>
            </p:nvSpPr>
            <p:spPr>
              <a:xfrm>
                <a:off x="1457625" y="728850"/>
                <a:ext cx="5788750" cy="3280400"/>
              </a:xfrm>
              <a:custGeom>
                <a:avLst/>
                <a:gdLst/>
                <a:ahLst/>
                <a:cxnLst/>
                <a:rect l="l" t="t" r="r" b="b"/>
                <a:pathLst>
                  <a:path w="231550" h="131216" fill="none" extrusionOk="0">
                    <a:moveTo>
                      <a:pt x="6429" y="0"/>
                    </a:moveTo>
                    <a:lnTo>
                      <a:pt x="225122" y="0"/>
                    </a:lnTo>
                    <a:cubicBezTo>
                      <a:pt x="228651" y="0"/>
                      <a:pt x="231550" y="2900"/>
                      <a:pt x="231550" y="6429"/>
                    </a:cubicBezTo>
                    <a:lnTo>
                      <a:pt x="231550" y="124787"/>
                    </a:lnTo>
                    <a:cubicBezTo>
                      <a:pt x="231550" y="128443"/>
                      <a:pt x="228651" y="131216"/>
                      <a:pt x="225122" y="131216"/>
                    </a:cubicBezTo>
                    <a:lnTo>
                      <a:pt x="6429" y="131216"/>
                    </a:lnTo>
                    <a:cubicBezTo>
                      <a:pt x="2773" y="131216"/>
                      <a:pt x="0" y="128443"/>
                      <a:pt x="0" y="124787"/>
                    </a:cubicBezTo>
                    <a:lnTo>
                      <a:pt x="0" y="6429"/>
                    </a:lnTo>
                    <a:cubicBezTo>
                      <a:pt x="0" y="2900"/>
                      <a:pt x="2773" y="0"/>
                      <a:pt x="6429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67;p30">
                <a:extLst>
                  <a:ext uri="{FF2B5EF4-FFF2-40B4-BE49-F238E27FC236}">
                    <a16:creationId xmlns:a16="http://schemas.microsoft.com/office/drawing/2014/main" id="{1F913AD8-E26D-AF0C-98A5-C1F3EDE3D955}"/>
                  </a:ext>
                </a:extLst>
              </p:cNvPr>
              <p:cNvSpPr/>
              <p:nvPr/>
            </p:nvSpPr>
            <p:spPr>
              <a:xfrm>
                <a:off x="2141425" y="1450475"/>
                <a:ext cx="245825" cy="245800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2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68;p30">
                <a:extLst>
                  <a:ext uri="{FF2B5EF4-FFF2-40B4-BE49-F238E27FC236}">
                    <a16:creationId xmlns:a16="http://schemas.microsoft.com/office/drawing/2014/main" id="{075C0CDC-5EAC-A948-1B6A-1F76547EC23B}"/>
                  </a:ext>
                </a:extLst>
              </p:cNvPr>
              <p:cNvSpPr/>
              <p:nvPr/>
            </p:nvSpPr>
            <p:spPr>
              <a:xfrm>
                <a:off x="2141425" y="1781350"/>
                <a:ext cx="245825" cy="245800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2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69;p30">
                <a:extLst>
                  <a:ext uri="{FF2B5EF4-FFF2-40B4-BE49-F238E27FC236}">
                    <a16:creationId xmlns:a16="http://schemas.microsoft.com/office/drawing/2014/main" id="{54DFBED5-EB16-F967-93F1-27EFE428099A}"/>
                  </a:ext>
                </a:extLst>
              </p:cNvPr>
              <p:cNvSpPr/>
              <p:nvPr/>
            </p:nvSpPr>
            <p:spPr>
              <a:xfrm>
                <a:off x="2141425" y="2115375"/>
                <a:ext cx="245825" cy="245825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3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5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5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70;p30">
                <a:extLst>
                  <a:ext uri="{FF2B5EF4-FFF2-40B4-BE49-F238E27FC236}">
                    <a16:creationId xmlns:a16="http://schemas.microsoft.com/office/drawing/2014/main" id="{ACC96C37-09ED-942F-EA3A-145112E2FDE4}"/>
                  </a:ext>
                </a:extLst>
              </p:cNvPr>
              <p:cNvSpPr/>
              <p:nvPr/>
            </p:nvSpPr>
            <p:spPr>
              <a:xfrm>
                <a:off x="2141425" y="2446250"/>
                <a:ext cx="245825" cy="245825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3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71;p30">
                <a:extLst>
                  <a:ext uri="{FF2B5EF4-FFF2-40B4-BE49-F238E27FC236}">
                    <a16:creationId xmlns:a16="http://schemas.microsoft.com/office/drawing/2014/main" id="{858357B5-19EA-0300-0F1A-5692281E12F7}"/>
                  </a:ext>
                </a:extLst>
              </p:cNvPr>
              <p:cNvSpPr/>
              <p:nvPr/>
            </p:nvSpPr>
            <p:spPr>
              <a:xfrm flipH="1">
                <a:off x="2077065" y="1456775"/>
                <a:ext cx="208000" cy="14497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799" fill="none" extrusionOk="0">
                    <a:moveTo>
                      <a:pt x="1" y="3404"/>
                    </a:moveTo>
                    <a:lnTo>
                      <a:pt x="2396" y="5799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72;p30">
                <a:extLst>
                  <a:ext uri="{FF2B5EF4-FFF2-40B4-BE49-F238E27FC236}">
                    <a16:creationId xmlns:a16="http://schemas.microsoft.com/office/drawing/2014/main" id="{DA7E8369-01A2-B26E-F5C3-27D75FB7E8AA}"/>
                  </a:ext>
                </a:extLst>
              </p:cNvPr>
              <p:cNvSpPr/>
              <p:nvPr/>
            </p:nvSpPr>
            <p:spPr>
              <a:xfrm flipH="1">
                <a:off x="2077065" y="1784500"/>
                <a:ext cx="208000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925" fill="none" extrusionOk="0">
                    <a:moveTo>
                      <a:pt x="1" y="3530"/>
                    </a:moveTo>
                    <a:lnTo>
                      <a:pt x="2396" y="5925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73;p30">
                <a:extLst>
                  <a:ext uri="{FF2B5EF4-FFF2-40B4-BE49-F238E27FC236}">
                    <a16:creationId xmlns:a16="http://schemas.microsoft.com/office/drawing/2014/main" id="{302ABDA5-802D-0DB4-4B4F-96E46FAD2BE4}"/>
                  </a:ext>
                </a:extLst>
              </p:cNvPr>
              <p:cNvSpPr/>
              <p:nvPr/>
            </p:nvSpPr>
            <p:spPr>
              <a:xfrm flipH="1">
                <a:off x="2077065" y="2115375"/>
                <a:ext cx="208000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925" fill="none" extrusionOk="0">
                    <a:moveTo>
                      <a:pt x="1" y="3530"/>
                    </a:moveTo>
                    <a:lnTo>
                      <a:pt x="2396" y="5925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74;p30">
                <a:extLst>
                  <a:ext uri="{FF2B5EF4-FFF2-40B4-BE49-F238E27FC236}">
                    <a16:creationId xmlns:a16="http://schemas.microsoft.com/office/drawing/2014/main" id="{3314477E-DE84-D443-0EA9-3B5A64DA6564}"/>
                  </a:ext>
                </a:extLst>
              </p:cNvPr>
              <p:cNvSpPr/>
              <p:nvPr/>
            </p:nvSpPr>
            <p:spPr>
              <a:xfrm>
                <a:off x="2595200" y="1573375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75;p30">
                <a:extLst>
                  <a:ext uri="{FF2B5EF4-FFF2-40B4-BE49-F238E27FC236}">
                    <a16:creationId xmlns:a16="http://schemas.microsoft.com/office/drawing/2014/main" id="{6A910984-CA44-F739-F5CE-B32EC46BE6AC}"/>
                  </a:ext>
                </a:extLst>
              </p:cNvPr>
              <p:cNvSpPr/>
              <p:nvPr/>
            </p:nvSpPr>
            <p:spPr>
              <a:xfrm>
                <a:off x="2595200" y="1904250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76;p30">
                <a:extLst>
                  <a:ext uri="{FF2B5EF4-FFF2-40B4-BE49-F238E27FC236}">
                    <a16:creationId xmlns:a16="http://schemas.microsoft.com/office/drawing/2014/main" id="{E20A463C-8092-00E0-9C76-D3114F747DC4}"/>
                  </a:ext>
                </a:extLst>
              </p:cNvPr>
              <p:cNvSpPr/>
              <p:nvPr/>
            </p:nvSpPr>
            <p:spPr>
              <a:xfrm>
                <a:off x="2595200" y="2238275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77;p30">
                <a:extLst>
                  <a:ext uri="{FF2B5EF4-FFF2-40B4-BE49-F238E27FC236}">
                    <a16:creationId xmlns:a16="http://schemas.microsoft.com/office/drawing/2014/main" id="{F21B2BC5-B5B9-780E-F1A1-A203A7E7FD70}"/>
                  </a:ext>
                </a:extLst>
              </p:cNvPr>
              <p:cNvSpPr/>
              <p:nvPr/>
            </p:nvSpPr>
            <p:spPr>
              <a:xfrm>
                <a:off x="2595200" y="2569150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78;p30">
                <a:extLst>
                  <a:ext uri="{FF2B5EF4-FFF2-40B4-BE49-F238E27FC236}">
                    <a16:creationId xmlns:a16="http://schemas.microsoft.com/office/drawing/2014/main" id="{A7725CC5-24D2-1368-297A-D7DD4E08F71F}"/>
                  </a:ext>
                </a:extLst>
              </p:cNvPr>
              <p:cNvSpPr/>
              <p:nvPr/>
            </p:nvSpPr>
            <p:spPr>
              <a:xfrm>
                <a:off x="5617200" y="3397900"/>
                <a:ext cx="642875" cy="1068600"/>
              </a:xfrm>
              <a:custGeom>
                <a:avLst/>
                <a:gdLst/>
                <a:ahLst/>
                <a:cxnLst/>
                <a:rect l="l" t="t" r="r" b="b"/>
                <a:pathLst>
                  <a:path w="25715" h="42744" extrusionOk="0">
                    <a:moveTo>
                      <a:pt x="1891" y="1"/>
                    </a:moveTo>
                    <a:cubicBezTo>
                      <a:pt x="631" y="1261"/>
                      <a:pt x="0" y="3152"/>
                      <a:pt x="505" y="4917"/>
                    </a:cubicBezTo>
                    <a:lnTo>
                      <a:pt x="9580" y="38949"/>
                    </a:lnTo>
                    <a:cubicBezTo>
                      <a:pt x="10200" y="41431"/>
                      <a:pt x="12291" y="42744"/>
                      <a:pt x="14409" y="42744"/>
                    </a:cubicBezTo>
                    <a:cubicBezTo>
                      <a:pt x="16163" y="42744"/>
                      <a:pt x="17937" y="41842"/>
                      <a:pt x="18907" y="39958"/>
                    </a:cubicBezTo>
                    <a:lnTo>
                      <a:pt x="24201" y="29496"/>
                    </a:lnTo>
                    <a:cubicBezTo>
                      <a:pt x="24454" y="28739"/>
                      <a:pt x="25084" y="28109"/>
                      <a:pt x="25714" y="27731"/>
                    </a:cubicBezTo>
                    <a:lnTo>
                      <a:pt x="1891" y="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179;p30">
                <a:extLst>
                  <a:ext uri="{FF2B5EF4-FFF2-40B4-BE49-F238E27FC236}">
                    <a16:creationId xmlns:a16="http://schemas.microsoft.com/office/drawing/2014/main" id="{0D32A7CD-18BC-75E9-819F-B386DE03E8C9}"/>
                  </a:ext>
                </a:extLst>
              </p:cNvPr>
              <p:cNvSpPr/>
              <p:nvPr/>
            </p:nvSpPr>
            <p:spPr>
              <a:xfrm>
                <a:off x="5604600" y="3325425"/>
                <a:ext cx="1099775" cy="1169125"/>
              </a:xfrm>
              <a:custGeom>
                <a:avLst/>
                <a:gdLst/>
                <a:ahLst/>
                <a:cxnLst/>
                <a:rect l="l" t="t" r="r" b="b"/>
                <a:pathLst>
                  <a:path w="43991" h="46765" fill="none" extrusionOk="0">
                    <a:moveTo>
                      <a:pt x="39831" y="17143"/>
                    </a:moveTo>
                    <a:lnTo>
                      <a:pt x="8067" y="1891"/>
                    </a:lnTo>
                    <a:cubicBezTo>
                      <a:pt x="4160" y="1"/>
                      <a:pt x="0" y="3530"/>
                      <a:pt x="1009" y="7689"/>
                    </a:cubicBezTo>
                    <a:lnTo>
                      <a:pt x="10084" y="41722"/>
                    </a:lnTo>
                    <a:cubicBezTo>
                      <a:pt x="11218" y="46134"/>
                      <a:pt x="17269" y="46764"/>
                      <a:pt x="19411" y="42605"/>
                    </a:cubicBezTo>
                    <a:lnTo>
                      <a:pt x="24705" y="32143"/>
                    </a:lnTo>
                    <a:cubicBezTo>
                      <a:pt x="24958" y="31512"/>
                      <a:pt x="25588" y="30882"/>
                      <a:pt x="26218" y="30378"/>
                    </a:cubicBezTo>
                    <a:cubicBezTo>
                      <a:pt x="26722" y="30000"/>
                      <a:pt x="27226" y="29748"/>
                      <a:pt x="27731" y="29622"/>
                    </a:cubicBezTo>
                    <a:lnTo>
                      <a:pt x="38949" y="26471"/>
                    </a:lnTo>
                    <a:cubicBezTo>
                      <a:pt x="43487" y="25210"/>
                      <a:pt x="43991" y="19034"/>
                      <a:pt x="39831" y="17143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80;p30">
                <a:extLst>
                  <a:ext uri="{FF2B5EF4-FFF2-40B4-BE49-F238E27FC236}">
                    <a16:creationId xmlns:a16="http://schemas.microsoft.com/office/drawing/2014/main" id="{1C008611-7061-F11A-D3BC-01A0F51F16A3}"/>
                  </a:ext>
                </a:extLst>
              </p:cNvPr>
              <p:cNvSpPr/>
              <p:nvPr/>
            </p:nvSpPr>
            <p:spPr>
              <a:xfrm>
                <a:off x="5021625" y="1475675"/>
                <a:ext cx="1632325" cy="1629200"/>
              </a:xfrm>
              <a:custGeom>
                <a:avLst/>
                <a:gdLst/>
                <a:ahLst/>
                <a:cxnLst/>
                <a:rect l="l" t="t" r="r" b="b"/>
                <a:pathLst>
                  <a:path w="65293" h="65168" fill="none" extrusionOk="0">
                    <a:moveTo>
                      <a:pt x="53697" y="11597"/>
                    </a:moveTo>
                    <a:cubicBezTo>
                      <a:pt x="65293" y="23193"/>
                      <a:pt x="65293" y="41974"/>
                      <a:pt x="53697" y="53571"/>
                    </a:cubicBezTo>
                    <a:cubicBezTo>
                      <a:pt x="42100" y="65167"/>
                      <a:pt x="23193" y="65167"/>
                      <a:pt x="11597" y="53571"/>
                    </a:cubicBezTo>
                    <a:cubicBezTo>
                      <a:pt x="0" y="41974"/>
                      <a:pt x="0" y="23193"/>
                      <a:pt x="11597" y="11597"/>
                    </a:cubicBezTo>
                    <a:cubicBezTo>
                      <a:pt x="23193" y="1"/>
                      <a:pt x="42100" y="1"/>
                      <a:pt x="53697" y="1159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81;p30">
                <a:extLst>
                  <a:ext uri="{FF2B5EF4-FFF2-40B4-BE49-F238E27FC236}">
                    <a16:creationId xmlns:a16="http://schemas.microsoft.com/office/drawing/2014/main" id="{AFB5D288-8889-474D-84D1-9115D4B2BB33}"/>
                  </a:ext>
                </a:extLst>
              </p:cNvPr>
              <p:cNvSpPr/>
              <p:nvPr/>
            </p:nvSpPr>
            <p:spPr>
              <a:xfrm flipH="1">
                <a:off x="5511874" y="1995625"/>
                <a:ext cx="510525" cy="589300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3572" fill="none" extrusionOk="0">
                    <a:moveTo>
                      <a:pt x="20421" y="11723"/>
                    </a:moveTo>
                    <a:lnTo>
                      <a:pt x="1" y="1"/>
                    </a:lnTo>
                    <a:lnTo>
                      <a:pt x="1" y="23571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82;p30">
                <a:extLst>
                  <a:ext uri="{FF2B5EF4-FFF2-40B4-BE49-F238E27FC236}">
                    <a16:creationId xmlns:a16="http://schemas.microsoft.com/office/drawing/2014/main" id="{1715221C-4D54-170C-5A42-47B1B21BE589}"/>
                  </a:ext>
                </a:extLst>
              </p:cNvPr>
              <p:cNvSpPr/>
              <p:nvPr/>
            </p:nvSpPr>
            <p:spPr>
              <a:xfrm>
                <a:off x="2141425" y="3167875"/>
                <a:ext cx="1188025" cy="327750"/>
              </a:xfrm>
              <a:custGeom>
                <a:avLst/>
                <a:gdLst/>
                <a:ahLst/>
                <a:cxnLst/>
                <a:rect l="l" t="t" r="r" b="b"/>
                <a:pathLst>
                  <a:path w="47521" h="13110" extrusionOk="0">
                    <a:moveTo>
                      <a:pt x="6555" y="0"/>
                    </a:moveTo>
                    <a:cubicBezTo>
                      <a:pt x="2900" y="0"/>
                      <a:pt x="1" y="2899"/>
                      <a:pt x="1" y="6555"/>
                    </a:cubicBezTo>
                    <a:cubicBezTo>
                      <a:pt x="1" y="10084"/>
                      <a:pt x="2900" y="13109"/>
                      <a:pt x="6555" y="13109"/>
                    </a:cubicBezTo>
                    <a:lnTo>
                      <a:pt x="40966" y="13109"/>
                    </a:lnTo>
                    <a:cubicBezTo>
                      <a:pt x="44496" y="13109"/>
                      <a:pt x="47521" y="10084"/>
                      <a:pt x="47521" y="6555"/>
                    </a:cubicBezTo>
                    <a:cubicBezTo>
                      <a:pt x="47521" y="2899"/>
                      <a:pt x="44496" y="0"/>
                      <a:pt x="40966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83;p30">
                <a:extLst>
                  <a:ext uri="{FF2B5EF4-FFF2-40B4-BE49-F238E27FC236}">
                    <a16:creationId xmlns:a16="http://schemas.microsoft.com/office/drawing/2014/main" id="{27276451-F94B-1667-924C-F83091869361}"/>
                  </a:ext>
                </a:extLst>
              </p:cNvPr>
              <p:cNvSpPr/>
              <p:nvPr/>
            </p:nvSpPr>
            <p:spPr>
              <a:xfrm>
                <a:off x="3395600" y="3167875"/>
                <a:ext cx="1188025" cy="327750"/>
              </a:xfrm>
              <a:custGeom>
                <a:avLst/>
                <a:gdLst/>
                <a:ahLst/>
                <a:cxnLst/>
                <a:rect l="l" t="t" r="r" b="b"/>
                <a:pathLst>
                  <a:path w="47521" h="13110" extrusionOk="0">
                    <a:moveTo>
                      <a:pt x="6555" y="0"/>
                    </a:moveTo>
                    <a:cubicBezTo>
                      <a:pt x="2900" y="0"/>
                      <a:pt x="1" y="2899"/>
                      <a:pt x="1" y="6555"/>
                    </a:cubicBezTo>
                    <a:cubicBezTo>
                      <a:pt x="1" y="10084"/>
                      <a:pt x="2900" y="13109"/>
                      <a:pt x="6555" y="13109"/>
                    </a:cubicBezTo>
                    <a:lnTo>
                      <a:pt x="40966" y="13109"/>
                    </a:lnTo>
                    <a:cubicBezTo>
                      <a:pt x="44622" y="13109"/>
                      <a:pt x="47521" y="10084"/>
                      <a:pt x="47521" y="6555"/>
                    </a:cubicBezTo>
                    <a:cubicBezTo>
                      <a:pt x="47521" y="2899"/>
                      <a:pt x="44622" y="0"/>
                      <a:pt x="40966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184;p30">
                <a:extLst>
                  <a:ext uri="{FF2B5EF4-FFF2-40B4-BE49-F238E27FC236}">
                    <a16:creationId xmlns:a16="http://schemas.microsoft.com/office/drawing/2014/main" id="{BEA31110-FD07-516D-5C3A-F9F1E4A023F7}"/>
                  </a:ext>
                </a:extLst>
              </p:cNvPr>
              <p:cNvSpPr/>
              <p:nvPr/>
            </p:nvSpPr>
            <p:spPr>
              <a:xfrm>
                <a:off x="266475" y="1078625"/>
                <a:ext cx="822475" cy="1329825"/>
              </a:xfrm>
              <a:custGeom>
                <a:avLst/>
                <a:gdLst/>
                <a:ahLst/>
                <a:cxnLst/>
                <a:rect l="l" t="t" r="r" b="b"/>
                <a:pathLst>
                  <a:path w="32899" h="53193" fill="none" extrusionOk="0">
                    <a:moveTo>
                      <a:pt x="16513" y="53193"/>
                    </a:moveTo>
                    <a:lnTo>
                      <a:pt x="16513" y="53193"/>
                    </a:lnTo>
                    <a:cubicBezTo>
                      <a:pt x="7437" y="53193"/>
                      <a:pt x="0" y="45756"/>
                      <a:pt x="0" y="36681"/>
                    </a:cubicBezTo>
                    <a:lnTo>
                      <a:pt x="0" y="16513"/>
                    </a:lnTo>
                    <a:cubicBezTo>
                      <a:pt x="0" y="7438"/>
                      <a:pt x="7437" y="1"/>
                      <a:pt x="16513" y="127"/>
                    </a:cubicBezTo>
                    <a:lnTo>
                      <a:pt x="16513" y="127"/>
                    </a:lnTo>
                    <a:cubicBezTo>
                      <a:pt x="25588" y="127"/>
                      <a:pt x="32899" y="7438"/>
                      <a:pt x="32899" y="16513"/>
                    </a:cubicBezTo>
                    <a:lnTo>
                      <a:pt x="32899" y="36681"/>
                    </a:lnTo>
                    <a:cubicBezTo>
                      <a:pt x="32899" y="45756"/>
                      <a:pt x="25588" y="53193"/>
                      <a:pt x="16513" y="53193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85;p30">
                <a:extLst>
                  <a:ext uri="{FF2B5EF4-FFF2-40B4-BE49-F238E27FC236}">
                    <a16:creationId xmlns:a16="http://schemas.microsoft.com/office/drawing/2014/main" id="{60F0A9BB-10AD-D7F9-9EDC-7BA338F5B1D8}"/>
                  </a:ext>
                </a:extLst>
              </p:cNvPr>
              <p:cNvSpPr/>
              <p:nvPr/>
            </p:nvSpPr>
            <p:spPr>
              <a:xfrm>
                <a:off x="266475" y="1516650"/>
                <a:ext cx="822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2899" h="1" fill="none" extrusionOk="0">
                    <a:moveTo>
                      <a:pt x="0" y="0"/>
                    </a:moveTo>
                    <a:lnTo>
                      <a:pt x="32899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86;p30">
                <a:extLst>
                  <a:ext uri="{FF2B5EF4-FFF2-40B4-BE49-F238E27FC236}">
                    <a16:creationId xmlns:a16="http://schemas.microsoft.com/office/drawing/2014/main" id="{9007A8D8-F5F9-E1E7-9FE4-4C3E6FC8C288}"/>
                  </a:ext>
                </a:extLst>
              </p:cNvPr>
              <p:cNvSpPr/>
              <p:nvPr/>
            </p:nvSpPr>
            <p:spPr>
              <a:xfrm>
                <a:off x="679275" y="1081775"/>
                <a:ext cx="25" cy="4317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7270" fill="none" extrusionOk="0">
                    <a:moveTo>
                      <a:pt x="1" y="1"/>
                    </a:moveTo>
                    <a:lnTo>
                      <a:pt x="1" y="17269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87;p30">
                <a:extLst>
                  <a:ext uri="{FF2B5EF4-FFF2-40B4-BE49-F238E27FC236}">
                    <a16:creationId xmlns:a16="http://schemas.microsoft.com/office/drawing/2014/main" id="{1670AD6F-5558-B524-EE72-D843CA37C992}"/>
                  </a:ext>
                </a:extLst>
              </p:cNvPr>
              <p:cNvSpPr/>
              <p:nvPr/>
            </p:nvSpPr>
            <p:spPr>
              <a:xfrm>
                <a:off x="654075" y="2408425"/>
                <a:ext cx="3252050" cy="1878150"/>
              </a:xfrm>
              <a:custGeom>
                <a:avLst/>
                <a:gdLst/>
                <a:ahLst/>
                <a:cxnLst/>
                <a:rect l="l" t="t" r="r" b="b"/>
                <a:pathLst>
                  <a:path w="130082" h="75126" fill="none" extrusionOk="0">
                    <a:moveTo>
                      <a:pt x="0" y="1"/>
                    </a:moveTo>
                    <a:lnTo>
                      <a:pt x="0" y="43739"/>
                    </a:lnTo>
                    <a:cubicBezTo>
                      <a:pt x="0" y="47016"/>
                      <a:pt x="2521" y="49663"/>
                      <a:pt x="5798" y="49663"/>
                    </a:cubicBezTo>
                    <a:lnTo>
                      <a:pt x="5798" y="49663"/>
                    </a:lnTo>
                    <a:cubicBezTo>
                      <a:pt x="9076" y="49663"/>
                      <a:pt x="11723" y="52310"/>
                      <a:pt x="11723" y="55462"/>
                    </a:cubicBezTo>
                    <a:lnTo>
                      <a:pt x="11723" y="69201"/>
                    </a:lnTo>
                    <a:cubicBezTo>
                      <a:pt x="11723" y="72478"/>
                      <a:pt x="14370" y="75125"/>
                      <a:pt x="17647" y="75125"/>
                    </a:cubicBezTo>
                    <a:lnTo>
                      <a:pt x="130081" y="75125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188;p30">
              <a:extLst>
                <a:ext uri="{FF2B5EF4-FFF2-40B4-BE49-F238E27FC236}">
                  <a16:creationId xmlns:a16="http://schemas.microsoft.com/office/drawing/2014/main" id="{A85BCC0D-1447-EA8A-93AE-E2B8905A444A}"/>
                </a:ext>
              </a:extLst>
            </p:cNvPr>
            <p:cNvSpPr/>
            <p:nvPr/>
          </p:nvSpPr>
          <p:spPr>
            <a:xfrm flipH="1">
              <a:off x="1145474" y="4329419"/>
              <a:ext cx="1270334" cy="10267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159;p30">
            <a:extLst>
              <a:ext uri="{FF2B5EF4-FFF2-40B4-BE49-F238E27FC236}">
                <a16:creationId xmlns:a16="http://schemas.microsoft.com/office/drawing/2014/main" id="{88250ACC-C185-46C5-1A7F-43A37B28ECE1}"/>
              </a:ext>
            </a:extLst>
          </p:cNvPr>
          <p:cNvSpPr/>
          <p:nvPr/>
        </p:nvSpPr>
        <p:spPr>
          <a:xfrm>
            <a:off x="-975372" y="2517425"/>
            <a:ext cx="3392510" cy="329909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82DFC63-00C6-B938-AE75-AF3F333A9509}"/>
              </a:ext>
            </a:extLst>
          </p:cNvPr>
          <p:cNvSpPr/>
          <p:nvPr/>
        </p:nvSpPr>
        <p:spPr>
          <a:xfrm>
            <a:off x="4225523" y="660334"/>
            <a:ext cx="1358259" cy="13041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4" name="Google Shape;159;p30">
            <a:extLst>
              <a:ext uri="{FF2B5EF4-FFF2-40B4-BE49-F238E27FC236}">
                <a16:creationId xmlns:a16="http://schemas.microsoft.com/office/drawing/2014/main" id="{21995FF0-6DF4-52EE-031B-B0DEC2111FF1}"/>
              </a:ext>
            </a:extLst>
          </p:cNvPr>
          <p:cNvSpPr/>
          <p:nvPr/>
        </p:nvSpPr>
        <p:spPr>
          <a:xfrm>
            <a:off x="15925800" y="342900"/>
            <a:ext cx="1447800" cy="135316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160;p30">
            <a:extLst>
              <a:ext uri="{FF2B5EF4-FFF2-40B4-BE49-F238E27FC236}">
                <a16:creationId xmlns:a16="http://schemas.microsoft.com/office/drawing/2014/main" id="{CA4C8E4B-B00B-3ADE-DB56-B6662EEBF3B8}"/>
              </a:ext>
            </a:extLst>
          </p:cNvPr>
          <p:cNvSpPr txBox="1">
            <a:spLocks/>
          </p:cNvSpPr>
          <p:nvPr/>
        </p:nvSpPr>
        <p:spPr>
          <a:xfrm>
            <a:off x="4636730" y="211722"/>
            <a:ext cx="13270270" cy="53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</a:pP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Campus Connect</a:t>
            </a:r>
            <a:br>
              <a:rPr lang="en-US" sz="9600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</a:br>
            <a:r>
              <a:rPr lang="en-US" sz="9600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Platform</a:t>
            </a:r>
          </a:p>
        </p:txBody>
      </p:sp>
      <p:sp>
        <p:nvSpPr>
          <p:cNvPr id="99" name="Google Shape;189;p30">
            <a:hlinkClick r:id="rId2" action="ppaction://hlinksldjump"/>
            <a:extLst>
              <a:ext uri="{FF2B5EF4-FFF2-40B4-BE49-F238E27FC236}">
                <a16:creationId xmlns:a16="http://schemas.microsoft.com/office/drawing/2014/main" id="{205C2F89-64F2-D072-737D-0DB1B2FECA8E}"/>
              </a:ext>
            </a:extLst>
          </p:cNvPr>
          <p:cNvSpPr txBox="1"/>
          <p:nvPr/>
        </p:nvSpPr>
        <p:spPr>
          <a:xfrm>
            <a:off x="13794195" y="6819980"/>
            <a:ext cx="3071967" cy="7064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Signika"/>
                <a:ea typeface="Signika"/>
                <a:cs typeface="Signika"/>
                <a:sym typeface="Signika"/>
              </a:rPr>
              <a:t>Start Now</a:t>
            </a:r>
            <a:endParaRPr sz="3000" b="1" dirty="0">
              <a:solidFill>
                <a:schemeClr val="bg1"/>
              </a:solidFill>
              <a:latin typeface="Signika"/>
              <a:ea typeface="Signika"/>
              <a:cs typeface="Signika"/>
              <a:sym typeface="Signika"/>
            </a:endParaRPr>
          </a:p>
        </p:txBody>
      </p:sp>
      <p:sp>
        <p:nvSpPr>
          <p:cNvPr id="100" name="Google Shape;161;p30">
            <a:extLst>
              <a:ext uri="{FF2B5EF4-FFF2-40B4-BE49-F238E27FC236}">
                <a16:creationId xmlns:a16="http://schemas.microsoft.com/office/drawing/2014/main" id="{6D7FFE5F-ED6E-625C-86BB-2A8ED54BEB0C}"/>
              </a:ext>
            </a:extLst>
          </p:cNvPr>
          <p:cNvSpPr txBox="1">
            <a:spLocks/>
          </p:cNvSpPr>
          <p:nvPr/>
        </p:nvSpPr>
        <p:spPr>
          <a:xfrm>
            <a:off x="10134600" y="5800296"/>
            <a:ext cx="8002325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Here is where our presentation begins</a:t>
            </a:r>
          </a:p>
        </p:txBody>
      </p:sp>
      <p:sp>
        <p:nvSpPr>
          <p:cNvPr id="101" name="Google Shape;159;p30">
            <a:extLst>
              <a:ext uri="{FF2B5EF4-FFF2-40B4-BE49-F238E27FC236}">
                <a16:creationId xmlns:a16="http://schemas.microsoft.com/office/drawing/2014/main" id="{434156CF-572D-8D35-20E6-912A10F49148}"/>
              </a:ext>
            </a:extLst>
          </p:cNvPr>
          <p:cNvSpPr/>
          <p:nvPr/>
        </p:nvSpPr>
        <p:spPr>
          <a:xfrm>
            <a:off x="8763000" y="9388792"/>
            <a:ext cx="1778189" cy="170468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1DCED-6355-769B-9142-81773BDF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AB3A1D-DC6A-D9F2-BBE3-5B84D45684C3}"/>
              </a:ext>
            </a:extLst>
          </p:cNvPr>
          <p:cNvSpPr txBox="1"/>
          <p:nvPr/>
        </p:nvSpPr>
        <p:spPr>
          <a:xfrm>
            <a:off x="1488830" y="418738"/>
            <a:ext cx="97125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B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ackground 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?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EF74C-B7B2-1BD2-18EF-648546712417}"/>
              </a:ext>
            </a:extLst>
          </p:cNvPr>
          <p:cNvSpPr txBox="1"/>
          <p:nvPr/>
        </p:nvSpPr>
        <p:spPr>
          <a:xfrm>
            <a:off x="609600" y="2055555"/>
            <a:ext cx="133844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All campus events in our university are currently managed manually.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Event registration, ticketing, attendance, and communication rely on paper-based processes or spreadsheets.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The manual system causes inefficiency, inaccuracy, and less student engagement.</a:t>
            </a:r>
          </a:p>
        </p:txBody>
      </p:sp>
      <p:grpSp>
        <p:nvGrpSpPr>
          <p:cNvPr id="9" name="Google Shape;1330;p65">
            <a:extLst>
              <a:ext uri="{FF2B5EF4-FFF2-40B4-BE49-F238E27FC236}">
                <a16:creationId xmlns:a16="http://schemas.microsoft.com/office/drawing/2014/main" id="{5D122687-953F-AA3B-EB43-6325686C9E1F}"/>
              </a:ext>
            </a:extLst>
          </p:cNvPr>
          <p:cNvGrpSpPr/>
          <p:nvPr/>
        </p:nvGrpSpPr>
        <p:grpSpPr>
          <a:xfrm>
            <a:off x="12877800" y="5117123"/>
            <a:ext cx="3200400" cy="4621343"/>
            <a:chOff x="6917950" y="1382900"/>
            <a:chExt cx="419525" cy="459200"/>
          </a:xfrm>
          <a:solidFill>
            <a:schemeClr val="accent5">
              <a:lumMod val="75000"/>
            </a:schemeClr>
          </a:solidFill>
        </p:grpSpPr>
        <p:sp>
          <p:nvSpPr>
            <p:cNvPr id="10" name="Google Shape;1331;p65">
              <a:extLst>
                <a:ext uri="{FF2B5EF4-FFF2-40B4-BE49-F238E27FC236}">
                  <a16:creationId xmlns:a16="http://schemas.microsoft.com/office/drawing/2014/main" id="{459374EB-49C9-D47D-FC9E-745C94EF1A8B}"/>
                </a:ext>
              </a:extLst>
            </p:cNvPr>
            <p:cNvSpPr/>
            <p:nvPr/>
          </p:nvSpPr>
          <p:spPr>
            <a:xfrm>
              <a:off x="6917950" y="1383425"/>
              <a:ext cx="351250" cy="458575"/>
            </a:xfrm>
            <a:custGeom>
              <a:avLst/>
              <a:gdLst/>
              <a:ahLst/>
              <a:cxnLst/>
              <a:rect l="l" t="t" r="r" b="b"/>
              <a:pathLst>
                <a:path w="14050" h="18343" extrusionOk="0">
                  <a:moveTo>
                    <a:pt x="9258" y="543"/>
                  </a:moveTo>
                  <a:lnTo>
                    <a:pt x="9106" y="1085"/>
                  </a:lnTo>
                  <a:cubicBezTo>
                    <a:pt x="9063" y="1193"/>
                    <a:pt x="8954" y="1280"/>
                    <a:pt x="8824" y="1280"/>
                  </a:cubicBezTo>
                  <a:lnTo>
                    <a:pt x="5225" y="1280"/>
                  </a:lnTo>
                  <a:cubicBezTo>
                    <a:pt x="5095" y="1280"/>
                    <a:pt x="4965" y="1193"/>
                    <a:pt x="4943" y="1085"/>
                  </a:cubicBezTo>
                  <a:lnTo>
                    <a:pt x="4792" y="543"/>
                  </a:lnTo>
                  <a:close/>
                  <a:moveTo>
                    <a:pt x="13312" y="521"/>
                  </a:moveTo>
                  <a:cubicBezTo>
                    <a:pt x="13420" y="521"/>
                    <a:pt x="13507" y="608"/>
                    <a:pt x="13507" y="716"/>
                  </a:cubicBezTo>
                  <a:lnTo>
                    <a:pt x="13507" y="16435"/>
                  </a:lnTo>
                  <a:lnTo>
                    <a:pt x="2970" y="16435"/>
                  </a:lnTo>
                  <a:cubicBezTo>
                    <a:pt x="2840" y="16435"/>
                    <a:pt x="2710" y="16543"/>
                    <a:pt x="2710" y="16673"/>
                  </a:cubicBezTo>
                  <a:cubicBezTo>
                    <a:pt x="2689" y="16846"/>
                    <a:pt x="2819" y="16977"/>
                    <a:pt x="2970" y="16977"/>
                  </a:cubicBezTo>
                  <a:lnTo>
                    <a:pt x="13529" y="16977"/>
                  </a:lnTo>
                  <a:lnTo>
                    <a:pt x="13529" y="17605"/>
                  </a:lnTo>
                  <a:cubicBezTo>
                    <a:pt x="13529" y="17714"/>
                    <a:pt x="13442" y="17800"/>
                    <a:pt x="13334" y="17800"/>
                  </a:cubicBezTo>
                  <a:lnTo>
                    <a:pt x="737" y="17800"/>
                  </a:lnTo>
                  <a:cubicBezTo>
                    <a:pt x="629" y="17800"/>
                    <a:pt x="542" y="17714"/>
                    <a:pt x="542" y="17605"/>
                  </a:cubicBezTo>
                  <a:lnTo>
                    <a:pt x="542" y="16977"/>
                  </a:lnTo>
                  <a:lnTo>
                    <a:pt x="1670" y="16977"/>
                  </a:lnTo>
                  <a:cubicBezTo>
                    <a:pt x="1821" y="16977"/>
                    <a:pt x="1930" y="16890"/>
                    <a:pt x="1951" y="16760"/>
                  </a:cubicBezTo>
                  <a:cubicBezTo>
                    <a:pt x="1973" y="16586"/>
                    <a:pt x="1843" y="16456"/>
                    <a:pt x="1670" y="16456"/>
                  </a:cubicBezTo>
                  <a:lnTo>
                    <a:pt x="542" y="16456"/>
                  </a:lnTo>
                  <a:lnTo>
                    <a:pt x="542" y="738"/>
                  </a:lnTo>
                  <a:cubicBezTo>
                    <a:pt x="542" y="608"/>
                    <a:pt x="629" y="521"/>
                    <a:pt x="737" y="521"/>
                  </a:cubicBezTo>
                  <a:lnTo>
                    <a:pt x="4185" y="521"/>
                  </a:lnTo>
                  <a:lnTo>
                    <a:pt x="4380" y="1215"/>
                  </a:lnTo>
                  <a:cubicBezTo>
                    <a:pt x="4488" y="1562"/>
                    <a:pt x="4792" y="1822"/>
                    <a:pt x="5160" y="1822"/>
                  </a:cubicBezTo>
                  <a:lnTo>
                    <a:pt x="8868" y="1822"/>
                  </a:lnTo>
                  <a:cubicBezTo>
                    <a:pt x="9236" y="1822"/>
                    <a:pt x="9561" y="1562"/>
                    <a:pt x="9648" y="1215"/>
                  </a:cubicBezTo>
                  <a:lnTo>
                    <a:pt x="9865" y="521"/>
                  </a:lnTo>
                  <a:close/>
                  <a:moveTo>
                    <a:pt x="737" y="1"/>
                  </a:moveTo>
                  <a:cubicBezTo>
                    <a:pt x="347" y="1"/>
                    <a:pt x="0" y="326"/>
                    <a:pt x="0" y="738"/>
                  </a:cubicBezTo>
                  <a:lnTo>
                    <a:pt x="0" y="17605"/>
                  </a:lnTo>
                  <a:cubicBezTo>
                    <a:pt x="0" y="17996"/>
                    <a:pt x="347" y="18342"/>
                    <a:pt x="737" y="18342"/>
                  </a:cubicBezTo>
                  <a:lnTo>
                    <a:pt x="13312" y="18342"/>
                  </a:lnTo>
                  <a:cubicBezTo>
                    <a:pt x="13724" y="18342"/>
                    <a:pt x="14049" y="17996"/>
                    <a:pt x="14049" y="17605"/>
                  </a:cubicBezTo>
                  <a:lnTo>
                    <a:pt x="14049" y="738"/>
                  </a:lnTo>
                  <a:cubicBezTo>
                    <a:pt x="14049" y="326"/>
                    <a:pt x="13724" y="1"/>
                    <a:pt x="13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2;p65">
              <a:extLst>
                <a:ext uri="{FF2B5EF4-FFF2-40B4-BE49-F238E27FC236}">
                  <a16:creationId xmlns:a16="http://schemas.microsoft.com/office/drawing/2014/main" id="{8A43397F-90F8-9D2E-A729-09AD0514A1DA}"/>
                </a:ext>
              </a:extLst>
            </p:cNvPr>
            <p:cNvSpPr/>
            <p:nvPr/>
          </p:nvSpPr>
          <p:spPr>
            <a:xfrm>
              <a:off x="7296800" y="1382900"/>
              <a:ext cx="40675" cy="459200"/>
            </a:xfrm>
            <a:custGeom>
              <a:avLst/>
              <a:gdLst/>
              <a:ahLst/>
              <a:cxnLst/>
              <a:rect l="l" t="t" r="r" b="b"/>
              <a:pathLst>
                <a:path w="1627" h="18368" extrusionOk="0">
                  <a:moveTo>
                    <a:pt x="827" y="577"/>
                  </a:moveTo>
                  <a:cubicBezTo>
                    <a:pt x="970" y="577"/>
                    <a:pt x="1085" y="695"/>
                    <a:pt x="1085" y="846"/>
                  </a:cubicBezTo>
                  <a:lnTo>
                    <a:pt x="1085" y="1583"/>
                  </a:lnTo>
                  <a:lnTo>
                    <a:pt x="565" y="1583"/>
                  </a:lnTo>
                  <a:lnTo>
                    <a:pt x="565" y="846"/>
                  </a:lnTo>
                  <a:cubicBezTo>
                    <a:pt x="543" y="715"/>
                    <a:pt x="630" y="607"/>
                    <a:pt x="760" y="585"/>
                  </a:cubicBezTo>
                  <a:cubicBezTo>
                    <a:pt x="783" y="580"/>
                    <a:pt x="805" y="577"/>
                    <a:pt x="827" y="577"/>
                  </a:cubicBezTo>
                  <a:close/>
                  <a:moveTo>
                    <a:pt x="1107" y="16607"/>
                  </a:moveTo>
                  <a:lnTo>
                    <a:pt x="1107" y="17063"/>
                  </a:lnTo>
                  <a:cubicBezTo>
                    <a:pt x="1085" y="17193"/>
                    <a:pt x="1042" y="17344"/>
                    <a:pt x="955" y="17453"/>
                  </a:cubicBezTo>
                  <a:lnTo>
                    <a:pt x="825" y="17626"/>
                  </a:lnTo>
                  <a:lnTo>
                    <a:pt x="695" y="17453"/>
                  </a:lnTo>
                  <a:cubicBezTo>
                    <a:pt x="608" y="17344"/>
                    <a:pt x="543" y="17193"/>
                    <a:pt x="565" y="17063"/>
                  </a:cubicBezTo>
                  <a:lnTo>
                    <a:pt x="565" y="16607"/>
                  </a:lnTo>
                  <a:close/>
                  <a:moveTo>
                    <a:pt x="825" y="0"/>
                  </a:moveTo>
                  <a:lnTo>
                    <a:pt x="825" y="22"/>
                  </a:lnTo>
                  <a:cubicBezTo>
                    <a:pt x="369" y="22"/>
                    <a:pt x="23" y="390"/>
                    <a:pt x="23" y="824"/>
                  </a:cubicBezTo>
                  <a:lnTo>
                    <a:pt x="23" y="4098"/>
                  </a:lnTo>
                  <a:cubicBezTo>
                    <a:pt x="1" y="4228"/>
                    <a:pt x="109" y="4358"/>
                    <a:pt x="239" y="4358"/>
                  </a:cubicBezTo>
                  <a:cubicBezTo>
                    <a:pt x="254" y="4360"/>
                    <a:pt x="269" y="4361"/>
                    <a:pt x="283" y="4361"/>
                  </a:cubicBezTo>
                  <a:cubicBezTo>
                    <a:pt x="434" y="4361"/>
                    <a:pt x="543" y="4256"/>
                    <a:pt x="543" y="4098"/>
                  </a:cubicBezTo>
                  <a:lnTo>
                    <a:pt x="543" y="2103"/>
                  </a:lnTo>
                  <a:lnTo>
                    <a:pt x="1085" y="2103"/>
                  </a:lnTo>
                  <a:lnTo>
                    <a:pt x="1085" y="16065"/>
                  </a:lnTo>
                  <a:lnTo>
                    <a:pt x="543" y="16065"/>
                  </a:lnTo>
                  <a:lnTo>
                    <a:pt x="543" y="5377"/>
                  </a:lnTo>
                  <a:cubicBezTo>
                    <a:pt x="543" y="5225"/>
                    <a:pt x="456" y="5117"/>
                    <a:pt x="304" y="5095"/>
                  </a:cubicBezTo>
                  <a:cubicBezTo>
                    <a:pt x="293" y="5093"/>
                    <a:pt x="282" y="5093"/>
                    <a:pt x="271" y="5093"/>
                  </a:cubicBezTo>
                  <a:cubicBezTo>
                    <a:pt x="131" y="5093"/>
                    <a:pt x="3" y="5216"/>
                    <a:pt x="23" y="5377"/>
                  </a:cubicBezTo>
                  <a:lnTo>
                    <a:pt x="23" y="17366"/>
                  </a:lnTo>
                  <a:cubicBezTo>
                    <a:pt x="23" y="17431"/>
                    <a:pt x="23" y="17496"/>
                    <a:pt x="66" y="17540"/>
                  </a:cubicBezTo>
                  <a:lnTo>
                    <a:pt x="608" y="18277"/>
                  </a:lnTo>
                  <a:lnTo>
                    <a:pt x="630" y="18298"/>
                  </a:lnTo>
                  <a:cubicBezTo>
                    <a:pt x="686" y="18345"/>
                    <a:pt x="750" y="18368"/>
                    <a:pt x="812" y="18368"/>
                  </a:cubicBezTo>
                  <a:cubicBezTo>
                    <a:pt x="893" y="18368"/>
                    <a:pt x="971" y="18329"/>
                    <a:pt x="1020" y="18255"/>
                  </a:cubicBezTo>
                  <a:lnTo>
                    <a:pt x="1562" y="17540"/>
                  </a:lnTo>
                  <a:cubicBezTo>
                    <a:pt x="1605" y="17496"/>
                    <a:pt x="1627" y="17431"/>
                    <a:pt x="1627" y="17366"/>
                  </a:cubicBezTo>
                  <a:lnTo>
                    <a:pt x="1627" y="824"/>
                  </a:lnTo>
                  <a:cubicBezTo>
                    <a:pt x="1627" y="369"/>
                    <a:pt x="1258" y="0"/>
                    <a:pt x="8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33;p65">
              <a:extLst>
                <a:ext uri="{FF2B5EF4-FFF2-40B4-BE49-F238E27FC236}">
                  <a16:creationId xmlns:a16="http://schemas.microsoft.com/office/drawing/2014/main" id="{7FB0C566-5E92-AC9D-FD5D-28EA18E6E1A8}"/>
                </a:ext>
              </a:extLst>
            </p:cNvPr>
            <p:cNvSpPr/>
            <p:nvPr/>
          </p:nvSpPr>
          <p:spPr>
            <a:xfrm>
              <a:off x="7006300" y="1472850"/>
              <a:ext cx="174550" cy="13575"/>
            </a:xfrm>
            <a:custGeom>
              <a:avLst/>
              <a:gdLst/>
              <a:ahLst/>
              <a:cxnLst/>
              <a:rect l="l" t="t" r="r" b="b"/>
              <a:pathLst>
                <a:path w="6982" h="543" extrusionOk="0">
                  <a:moveTo>
                    <a:pt x="282" y="1"/>
                  </a:moveTo>
                  <a:cubicBezTo>
                    <a:pt x="152" y="1"/>
                    <a:pt x="22" y="109"/>
                    <a:pt x="22" y="239"/>
                  </a:cubicBezTo>
                  <a:cubicBezTo>
                    <a:pt x="0" y="391"/>
                    <a:pt x="130" y="543"/>
                    <a:pt x="282" y="543"/>
                  </a:cubicBezTo>
                  <a:lnTo>
                    <a:pt x="6699" y="543"/>
                  </a:lnTo>
                  <a:cubicBezTo>
                    <a:pt x="6829" y="543"/>
                    <a:pt x="6938" y="435"/>
                    <a:pt x="6960" y="305"/>
                  </a:cubicBezTo>
                  <a:cubicBezTo>
                    <a:pt x="6981" y="131"/>
                    <a:pt x="6851" y="1"/>
                    <a:pt x="66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4;p65">
              <a:extLst>
                <a:ext uri="{FF2B5EF4-FFF2-40B4-BE49-F238E27FC236}">
                  <a16:creationId xmlns:a16="http://schemas.microsoft.com/office/drawing/2014/main" id="{46B20494-8A59-13B4-C137-5E3911838A6F}"/>
                </a:ext>
              </a:extLst>
            </p:cNvPr>
            <p:cNvSpPr/>
            <p:nvPr/>
          </p:nvSpPr>
          <p:spPr>
            <a:xfrm>
              <a:off x="7006300" y="1512425"/>
              <a:ext cx="174550" cy="13575"/>
            </a:xfrm>
            <a:custGeom>
              <a:avLst/>
              <a:gdLst/>
              <a:ahLst/>
              <a:cxnLst/>
              <a:rect l="l" t="t" r="r" b="b"/>
              <a:pathLst>
                <a:path w="6982" h="543" extrusionOk="0">
                  <a:moveTo>
                    <a:pt x="282" y="1"/>
                  </a:moveTo>
                  <a:cubicBezTo>
                    <a:pt x="152" y="1"/>
                    <a:pt x="43" y="87"/>
                    <a:pt x="22" y="217"/>
                  </a:cubicBezTo>
                  <a:cubicBezTo>
                    <a:pt x="0" y="391"/>
                    <a:pt x="130" y="543"/>
                    <a:pt x="282" y="543"/>
                  </a:cubicBezTo>
                  <a:lnTo>
                    <a:pt x="6699" y="543"/>
                  </a:lnTo>
                  <a:cubicBezTo>
                    <a:pt x="6829" y="543"/>
                    <a:pt x="6938" y="434"/>
                    <a:pt x="6960" y="304"/>
                  </a:cubicBezTo>
                  <a:cubicBezTo>
                    <a:pt x="6981" y="131"/>
                    <a:pt x="6851" y="1"/>
                    <a:pt x="66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35;p65">
              <a:extLst>
                <a:ext uri="{FF2B5EF4-FFF2-40B4-BE49-F238E27FC236}">
                  <a16:creationId xmlns:a16="http://schemas.microsoft.com/office/drawing/2014/main" id="{76246731-DF7E-B5D1-1734-C768BB0127DB}"/>
                </a:ext>
              </a:extLst>
            </p:cNvPr>
            <p:cNvSpPr/>
            <p:nvPr/>
          </p:nvSpPr>
          <p:spPr>
            <a:xfrm>
              <a:off x="7135300" y="1552550"/>
              <a:ext cx="46075" cy="13575"/>
            </a:xfrm>
            <a:custGeom>
              <a:avLst/>
              <a:gdLst/>
              <a:ahLst/>
              <a:cxnLst/>
              <a:rect l="l" t="t" r="r" b="b"/>
              <a:pathLst>
                <a:path w="1843" h="543" extrusionOk="0">
                  <a:moveTo>
                    <a:pt x="282" y="0"/>
                  </a:moveTo>
                  <a:cubicBezTo>
                    <a:pt x="152" y="0"/>
                    <a:pt x="22" y="108"/>
                    <a:pt x="22" y="239"/>
                  </a:cubicBezTo>
                  <a:cubicBezTo>
                    <a:pt x="0" y="390"/>
                    <a:pt x="130" y="542"/>
                    <a:pt x="282" y="542"/>
                  </a:cubicBezTo>
                  <a:lnTo>
                    <a:pt x="1539" y="542"/>
                  </a:lnTo>
                  <a:cubicBezTo>
                    <a:pt x="1691" y="542"/>
                    <a:pt x="1800" y="434"/>
                    <a:pt x="1821" y="304"/>
                  </a:cubicBezTo>
                  <a:cubicBezTo>
                    <a:pt x="1843" y="152"/>
                    <a:pt x="1713" y="0"/>
                    <a:pt x="15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36;p65">
              <a:extLst>
                <a:ext uri="{FF2B5EF4-FFF2-40B4-BE49-F238E27FC236}">
                  <a16:creationId xmlns:a16="http://schemas.microsoft.com/office/drawing/2014/main" id="{5A8C7E35-CEAB-9C89-E94C-CE8F226FB374}"/>
                </a:ext>
              </a:extLst>
            </p:cNvPr>
            <p:cNvSpPr/>
            <p:nvPr/>
          </p:nvSpPr>
          <p:spPr>
            <a:xfrm>
              <a:off x="7006300" y="1552550"/>
              <a:ext cx="111125" cy="13575"/>
            </a:xfrm>
            <a:custGeom>
              <a:avLst/>
              <a:gdLst/>
              <a:ahLst/>
              <a:cxnLst/>
              <a:rect l="l" t="t" r="r" b="b"/>
              <a:pathLst>
                <a:path w="4445" h="543" extrusionOk="0">
                  <a:moveTo>
                    <a:pt x="282" y="0"/>
                  </a:moveTo>
                  <a:cubicBezTo>
                    <a:pt x="152" y="0"/>
                    <a:pt x="22" y="87"/>
                    <a:pt x="22" y="239"/>
                  </a:cubicBezTo>
                  <a:cubicBezTo>
                    <a:pt x="0" y="390"/>
                    <a:pt x="130" y="542"/>
                    <a:pt x="282" y="542"/>
                  </a:cubicBezTo>
                  <a:lnTo>
                    <a:pt x="4163" y="542"/>
                  </a:lnTo>
                  <a:cubicBezTo>
                    <a:pt x="4293" y="542"/>
                    <a:pt x="4401" y="434"/>
                    <a:pt x="4423" y="304"/>
                  </a:cubicBezTo>
                  <a:cubicBezTo>
                    <a:pt x="4445" y="130"/>
                    <a:pt x="4315" y="0"/>
                    <a:pt x="41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37;p65">
              <a:extLst>
                <a:ext uri="{FF2B5EF4-FFF2-40B4-BE49-F238E27FC236}">
                  <a16:creationId xmlns:a16="http://schemas.microsoft.com/office/drawing/2014/main" id="{76C28973-84BD-8D53-BAE5-77A9B7CDFD0F}"/>
                </a:ext>
              </a:extLst>
            </p:cNvPr>
            <p:cNvSpPr/>
            <p:nvPr/>
          </p:nvSpPr>
          <p:spPr>
            <a:xfrm>
              <a:off x="7006825" y="1594825"/>
              <a:ext cx="174025" cy="156650"/>
            </a:xfrm>
            <a:custGeom>
              <a:avLst/>
              <a:gdLst/>
              <a:ahLst/>
              <a:cxnLst/>
              <a:rect l="l" t="t" r="r" b="b"/>
              <a:pathLst>
                <a:path w="6961" h="6266" extrusionOk="0">
                  <a:moveTo>
                    <a:pt x="261" y="0"/>
                  </a:moveTo>
                  <a:cubicBezTo>
                    <a:pt x="109" y="0"/>
                    <a:pt x="1" y="109"/>
                    <a:pt x="1" y="260"/>
                  </a:cubicBezTo>
                  <a:lnTo>
                    <a:pt x="1" y="6006"/>
                  </a:lnTo>
                  <a:cubicBezTo>
                    <a:pt x="1" y="6157"/>
                    <a:pt x="109" y="6266"/>
                    <a:pt x="261" y="6266"/>
                  </a:cubicBezTo>
                  <a:lnTo>
                    <a:pt x="4489" y="6266"/>
                  </a:lnTo>
                  <a:cubicBezTo>
                    <a:pt x="4640" y="6266"/>
                    <a:pt x="4749" y="6157"/>
                    <a:pt x="4771" y="6027"/>
                  </a:cubicBezTo>
                  <a:cubicBezTo>
                    <a:pt x="4792" y="5876"/>
                    <a:pt x="4662" y="5724"/>
                    <a:pt x="4489" y="5724"/>
                  </a:cubicBezTo>
                  <a:lnTo>
                    <a:pt x="543" y="5724"/>
                  </a:lnTo>
                  <a:lnTo>
                    <a:pt x="543" y="542"/>
                  </a:lnTo>
                  <a:lnTo>
                    <a:pt x="6418" y="542"/>
                  </a:lnTo>
                  <a:lnTo>
                    <a:pt x="6418" y="5724"/>
                  </a:lnTo>
                  <a:lnTo>
                    <a:pt x="5768" y="5724"/>
                  </a:lnTo>
                  <a:cubicBezTo>
                    <a:pt x="5616" y="5724"/>
                    <a:pt x="5508" y="5832"/>
                    <a:pt x="5486" y="5962"/>
                  </a:cubicBezTo>
                  <a:cubicBezTo>
                    <a:pt x="5464" y="6136"/>
                    <a:pt x="5594" y="6266"/>
                    <a:pt x="5768" y="6266"/>
                  </a:cubicBezTo>
                  <a:lnTo>
                    <a:pt x="6700" y="6266"/>
                  </a:lnTo>
                  <a:cubicBezTo>
                    <a:pt x="6852" y="6266"/>
                    <a:pt x="6960" y="6136"/>
                    <a:pt x="6960" y="6006"/>
                  </a:cubicBezTo>
                  <a:lnTo>
                    <a:pt x="6960" y="260"/>
                  </a:lnTo>
                  <a:cubicBezTo>
                    <a:pt x="6960" y="109"/>
                    <a:pt x="6852" y="0"/>
                    <a:pt x="67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8;p65">
              <a:extLst>
                <a:ext uri="{FF2B5EF4-FFF2-40B4-BE49-F238E27FC236}">
                  <a16:creationId xmlns:a16="http://schemas.microsoft.com/office/drawing/2014/main" id="{6E1A958D-D68A-28E9-A2BA-AC5FAB78867F}"/>
                </a:ext>
              </a:extLst>
            </p:cNvPr>
            <p:cNvSpPr/>
            <p:nvPr/>
          </p:nvSpPr>
          <p:spPr>
            <a:xfrm>
              <a:off x="7064275" y="1625175"/>
              <a:ext cx="57500" cy="97050"/>
            </a:xfrm>
            <a:custGeom>
              <a:avLst/>
              <a:gdLst/>
              <a:ahLst/>
              <a:cxnLst/>
              <a:rect l="l" t="t" r="r" b="b"/>
              <a:pathLst>
                <a:path w="2300" h="3882" extrusionOk="0">
                  <a:moveTo>
                    <a:pt x="304" y="0"/>
                  </a:moveTo>
                  <a:cubicBezTo>
                    <a:pt x="153" y="0"/>
                    <a:pt x="44" y="109"/>
                    <a:pt x="23" y="239"/>
                  </a:cubicBezTo>
                  <a:cubicBezTo>
                    <a:pt x="1" y="390"/>
                    <a:pt x="131" y="542"/>
                    <a:pt x="304" y="542"/>
                  </a:cubicBezTo>
                  <a:lnTo>
                    <a:pt x="890" y="542"/>
                  </a:lnTo>
                  <a:lnTo>
                    <a:pt x="890" y="3599"/>
                  </a:lnTo>
                  <a:cubicBezTo>
                    <a:pt x="890" y="3747"/>
                    <a:pt x="1014" y="3875"/>
                    <a:pt x="1161" y="3881"/>
                  </a:cubicBezTo>
                  <a:lnTo>
                    <a:pt x="1161" y="3881"/>
                  </a:lnTo>
                  <a:cubicBezTo>
                    <a:pt x="1308" y="3875"/>
                    <a:pt x="1432" y="3747"/>
                    <a:pt x="1432" y="3599"/>
                  </a:cubicBezTo>
                  <a:lnTo>
                    <a:pt x="1432" y="542"/>
                  </a:lnTo>
                  <a:lnTo>
                    <a:pt x="2017" y="542"/>
                  </a:lnTo>
                  <a:cubicBezTo>
                    <a:pt x="2147" y="542"/>
                    <a:pt x="2256" y="434"/>
                    <a:pt x="2277" y="304"/>
                  </a:cubicBezTo>
                  <a:cubicBezTo>
                    <a:pt x="2299" y="130"/>
                    <a:pt x="2169" y="0"/>
                    <a:pt x="2017" y="0"/>
                  </a:cubicBezTo>
                  <a:close/>
                  <a:moveTo>
                    <a:pt x="1161" y="3881"/>
                  </a:moveTo>
                  <a:cubicBezTo>
                    <a:pt x="1157" y="3881"/>
                    <a:pt x="1154" y="3881"/>
                    <a:pt x="1150" y="3881"/>
                  </a:cubicBezTo>
                  <a:lnTo>
                    <a:pt x="1172" y="3881"/>
                  </a:lnTo>
                  <a:cubicBezTo>
                    <a:pt x="1168" y="3881"/>
                    <a:pt x="1164" y="3881"/>
                    <a:pt x="1161" y="38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563019F-A26A-B35D-C0D8-1DF9D612E0DC}"/>
              </a:ext>
            </a:extLst>
          </p:cNvPr>
          <p:cNvSpPr txBox="1"/>
          <p:nvPr/>
        </p:nvSpPr>
        <p:spPr>
          <a:xfrm>
            <a:off x="627185" y="4833869"/>
            <a:ext cx="14554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600" b="1" dirty="0"/>
              <a:t>Problems in the Current Manual System</a:t>
            </a:r>
          </a:p>
          <a:p>
            <a:pPr algn="just">
              <a:buNone/>
            </a:pPr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Manual event registration and management.</a:t>
            </a: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Errors in storing student information.</a:t>
            </a: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Poor communication of event updates.</a:t>
            </a: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Offline ticket sales and payments.</a:t>
            </a: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Time-consuming manual attendance.</a:t>
            </a:r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DF009770-AB4C-1B36-4FE4-1723454C4CA1}"/>
              </a:ext>
            </a:extLst>
          </p:cNvPr>
          <p:cNvSpPr/>
          <p:nvPr/>
        </p:nvSpPr>
        <p:spPr>
          <a:xfrm>
            <a:off x="597877" y="723900"/>
            <a:ext cx="873369" cy="959336"/>
          </a:xfrm>
          <a:custGeom>
            <a:avLst/>
            <a:gdLst/>
            <a:ahLst/>
            <a:cxnLst/>
            <a:rect l="l" t="t" r="r" b="b"/>
            <a:pathLst>
              <a:path w="513328" h="513357">
                <a:moveTo>
                  <a:pt x="0" y="0"/>
                </a:moveTo>
                <a:lnTo>
                  <a:pt x="513328" y="0"/>
                </a:lnTo>
                <a:lnTo>
                  <a:pt x="513328" y="513357"/>
                </a:lnTo>
                <a:lnTo>
                  <a:pt x="0" y="51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3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F1282-CA90-7F59-4B1D-28931F63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D6507EB2-0EB5-DC05-9FE7-9BFD9533D34E}"/>
              </a:ext>
            </a:extLst>
          </p:cNvPr>
          <p:cNvSpPr/>
          <p:nvPr/>
        </p:nvSpPr>
        <p:spPr>
          <a:xfrm>
            <a:off x="532815" y="653487"/>
            <a:ext cx="800685" cy="979970"/>
          </a:xfrm>
          <a:custGeom>
            <a:avLst/>
            <a:gdLst/>
            <a:ahLst/>
            <a:cxnLst/>
            <a:rect l="l" t="t" r="r" b="b"/>
            <a:pathLst>
              <a:path w="513328" h="513357">
                <a:moveTo>
                  <a:pt x="0" y="0"/>
                </a:moveTo>
                <a:lnTo>
                  <a:pt x="513328" y="0"/>
                </a:lnTo>
                <a:lnTo>
                  <a:pt x="513328" y="513357"/>
                </a:lnTo>
                <a:lnTo>
                  <a:pt x="0" y="51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CFEE1-FB4C-7736-C136-295726CAC0FB}"/>
              </a:ext>
            </a:extLst>
          </p:cNvPr>
          <p:cNvSpPr txBox="1"/>
          <p:nvPr/>
        </p:nvSpPr>
        <p:spPr>
          <a:xfrm>
            <a:off x="1333500" y="420197"/>
            <a:ext cx="10439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 S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ystem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</a:t>
            </a:r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D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iscussion</a:t>
            </a:r>
            <a:r>
              <a:rPr lang="en-US" sz="8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?</a:t>
            </a:r>
            <a:endParaRPr lang="en-US" sz="44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5EB0F-05CF-9F3A-B1EF-FF4733DB0749}"/>
              </a:ext>
            </a:extLst>
          </p:cNvPr>
          <p:cNvSpPr txBox="1"/>
          <p:nvPr/>
        </p:nvSpPr>
        <p:spPr>
          <a:xfrm>
            <a:off x="1304192" y="2100037"/>
            <a:ext cx="1126822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Brite</a:t>
            </a:r>
            <a:endParaRPr lang="en-US" sz="3200" b="1" dirty="0"/>
          </a:p>
          <a:p>
            <a:endParaRPr lang="en-US" sz="3200" b="1" dirty="0"/>
          </a:p>
          <a:p>
            <a:r>
              <a:rPr lang="en-US" sz="3000" b="1" dirty="0">
                <a:latin typeface="Book Antiqua" panose="02040602050305030304" pitchFamily="18" charset="0"/>
              </a:rPr>
              <a:t>Features: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creation, ticket sales, attendee management, push notifications.</a:t>
            </a:r>
          </a:p>
          <a:p>
            <a:b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</a:br>
            <a:r>
              <a:rPr lang="en-US" sz="3000" b="1" dirty="0">
                <a:latin typeface="Book Antiqua" panose="02040602050305030304" pitchFamily="18" charset="0"/>
              </a:rPr>
              <a:t>Technology:</a:t>
            </a:r>
          </a:p>
          <a:p>
            <a:endParaRPr lang="en-US" sz="30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Languages: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Ruby, JavaScript (Node.js), Python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Frameworks: Ruby on Rails for backend, React for frontend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Database: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PostgreSQL, Redis (caching), Elasticsearch (search)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Authentication: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OAuth 2.0, email/password, social login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Load Balancing: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Nginx, AWS Elastic Load Balancer (ELB), CDN for content delivery</a:t>
            </a:r>
          </a:p>
          <a:p>
            <a:endParaRPr lang="en-US" sz="3200" dirty="0"/>
          </a:p>
        </p:txBody>
      </p:sp>
      <p:pic>
        <p:nvPicPr>
          <p:cNvPr id="5" name="Picture 4" descr="A red and black logo&#10;&#10;AI-generated content may be incorrect.">
            <a:extLst>
              <a:ext uri="{FF2B5EF4-FFF2-40B4-BE49-F238E27FC236}">
                <a16:creationId xmlns:a16="http://schemas.microsoft.com/office/drawing/2014/main" id="{12BF7344-7CFA-D15F-FCE2-09BD0C542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015" y="3788004"/>
            <a:ext cx="4703013" cy="2937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FF771-6297-A60C-7051-D54D1366F640}"/>
              </a:ext>
            </a:extLst>
          </p:cNvPr>
          <p:cNvSpPr txBox="1"/>
          <p:nvPr/>
        </p:nvSpPr>
        <p:spPr>
          <a:xfrm>
            <a:off x="1600200" y="9258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Eventbrite (Accessed on: 06-08-2025, 12:01 AM). Available at: www.eventbrite.com</a:t>
            </a:r>
          </a:p>
        </p:txBody>
      </p:sp>
    </p:spTree>
    <p:extLst>
      <p:ext uri="{BB962C8B-B14F-4D97-AF65-F5344CB8AC3E}">
        <p14:creationId xmlns:p14="http://schemas.microsoft.com/office/powerpoint/2010/main" val="103925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98C6F-832A-F2BB-DEDA-5BD35CC9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51032001-07D7-855C-AE68-5A8F59E49044}"/>
              </a:ext>
            </a:extLst>
          </p:cNvPr>
          <p:cNvSpPr/>
          <p:nvPr/>
        </p:nvSpPr>
        <p:spPr>
          <a:xfrm>
            <a:off x="533400" y="713583"/>
            <a:ext cx="800685" cy="979970"/>
          </a:xfrm>
          <a:custGeom>
            <a:avLst/>
            <a:gdLst/>
            <a:ahLst/>
            <a:cxnLst/>
            <a:rect l="l" t="t" r="r" b="b"/>
            <a:pathLst>
              <a:path w="513328" h="513357">
                <a:moveTo>
                  <a:pt x="0" y="0"/>
                </a:moveTo>
                <a:lnTo>
                  <a:pt x="513328" y="0"/>
                </a:lnTo>
                <a:lnTo>
                  <a:pt x="513328" y="513357"/>
                </a:lnTo>
                <a:lnTo>
                  <a:pt x="0" y="51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AA21C-F872-8F95-44C3-237732B5D86F}"/>
              </a:ext>
            </a:extLst>
          </p:cNvPr>
          <p:cNvSpPr txBox="1"/>
          <p:nvPr/>
        </p:nvSpPr>
        <p:spPr>
          <a:xfrm>
            <a:off x="1334085" y="480293"/>
            <a:ext cx="10439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 S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ystem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</a:t>
            </a:r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D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iscussion</a:t>
            </a:r>
            <a:r>
              <a:rPr lang="en-US" sz="8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?</a:t>
            </a:r>
            <a:endParaRPr lang="en-US" sz="44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C058E-CA1E-72BC-2ECE-8B8B81ADFD7C}"/>
              </a:ext>
            </a:extLst>
          </p:cNvPr>
          <p:cNvSpPr txBox="1"/>
          <p:nvPr/>
        </p:nvSpPr>
        <p:spPr>
          <a:xfrm>
            <a:off x="1304777" y="2160133"/>
            <a:ext cx="11320977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Ticket Tailor</a:t>
            </a:r>
            <a:endParaRPr lang="en-US" sz="3200" b="1" dirty="0"/>
          </a:p>
          <a:p>
            <a:endParaRPr lang="en-US" sz="3200" b="1" dirty="0"/>
          </a:p>
          <a:p>
            <a:r>
              <a:rPr lang="en-US" sz="3000" b="1" dirty="0">
                <a:latin typeface="Book Antiqua" panose="02040602050305030304" pitchFamily="18" charset="0"/>
              </a:rPr>
              <a:t>Features: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Ticket sales, discount codes, QR code check-in, simple event pages.</a:t>
            </a:r>
          </a:p>
          <a:p>
            <a:b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</a:br>
            <a:r>
              <a:rPr lang="en-US" sz="3000" b="1" dirty="0">
                <a:latin typeface="Book Antiqua" panose="02040602050305030304" pitchFamily="18" charset="0"/>
              </a:rPr>
              <a:t>Technology:</a:t>
            </a:r>
          </a:p>
          <a:p>
            <a:endParaRPr lang="en-US" sz="30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Languages: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Ruby, JavaScript (Node.js)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Frameworks: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Ruby on Rails, </a:t>
            </a:r>
            <a:r>
              <a:rPr lang="en-US" sz="3000" dirty="0" err="1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StimulusJS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for frontend interactivity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Database: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PostgreSQL, Redis (for session management/caching)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Authentication: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Email/password login, OAuth options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Load Balancing: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AWS ELB, Cloudflare CDN</a:t>
            </a:r>
          </a:p>
          <a:p>
            <a:endParaRPr lang="en-US" sz="3200" dirty="0"/>
          </a:p>
        </p:txBody>
      </p:sp>
      <p:pic>
        <p:nvPicPr>
          <p:cNvPr id="10" name="Picture 9" descr="A blue and white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5EE6315D-7779-D5B1-B8DD-7051302CF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44">
            <a:off x="11973913" y="1674605"/>
            <a:ext cx="6417057" cy="6417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912B2-6540-AA25-B12C-1294034480F6}"/>
              </a:ext>
            </a:extLst>
          </p:cNvPr>
          <p:cNvSpPr txBox="1"/>
          <p:nvPr/>
        </p:nvSpPr>
        <p:spPr>
          <a:xfrm>
            <a:off x="1600200" y="9258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Ticket Tailor (Accessed on: 06-08-2025, 12:56 AM). Available at: https://app.tickettailor.com/</a:t>
            </a:r>
          </a:p>
        </p:txBody>
      </p:sp>
    </p:spTree>
    <p:extLst>
      <p:ext uri="{BB962C8B-B14F-4D97-AF65-F5344CB8AC3E}">
        <p14:creationId xmlns:p14="http://schemas.microsoft.com/office/powerpoint/2010/main" val="75847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DAB05-5E51-3BD9-F753-4CD781A7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BA8E2678-44B0-3C64-E5E4-AAA827F345BA}"/>
              </a:ext>
            </a:extLst>
          </p:cNvPr>
          <p:cNvSpPr/>
          <p:nvPr/>
        </p:nvSpPr>
        <p:spPr>
          <a:xfrm>
            <a:off x="533400" y="713583"/>
            <a:ext cx="800685" cy="979970"/>
          </a:xfrm>
          <a:custGeom>
            <a:avLst/>
            <a:gdLst/>
            <a:ahLst/>
            <a:cxnLst/>
            <a:rect l="l" t="t" r="r" b="b"/>
            <a:pathLst>
              <a:path w="513328" h="513357">
                <a:moveTo>
                  <a:pt x="0" y="0"/>
                </a:moveTo>
                <a:lnTo>
                  <a:pt x="513328" y="0"/>
                </a:lnTo>
                <a:lnTo>
                  <a:pt x="513328" y="513357"/>
                </a:lnTo>
                <a:lnTo>
                  <a:pt x="0" y="51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F51B6-7A4C-198A-44FE-F5669F2B3339}"/>
              </a:ext>
            </a:extLst>
          </p:cNvPr>
          <p:cNvSpPr txBox="1"/>
          <p:nvPr/>
        </p:nvSpPr>
        <p:spPr>
          <a:xfrm>
            <a:off x="1334085" y="480293"/>
            <a:ext cx="10439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 S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ystem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</a:t>
            </a:r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Book Antiqua" panose="02040602050305030304" pitchFamily="18" charset="0"/>
              </a:rPr>
              <a:t>D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iscussion</a:t>
            </a:r>
            <a:r>
              <a:rPr lang="en-US" sz="8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?</a:t>
            </a:r>
            <a:endParaRPr lang="en-US" sz="44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6F5CB-92D3-5378-B66A-1A88BB791DFA}"/>
              </a:ext>
            </a:extLst>
          </p:cNvPr>
          <p:cNvSpPr txBox="1"/>
          <p:nvPr/>
        </p:nvSpPr>
        <p:spPr>
          <a:xfrm>
            <a:off x="1304777" y="2160133"/>
            <a:ext cx="1164922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Google Calendar Event </a:t>
            </a:r>
            <a:endParaRPr lang="en-US" sz="3200" b="1" dirty="0"/>
          </a:p>
          <a:p>
            <a:endParaRPr lang="en-US" sz="3200" b="1" dirty="0"/>
          </a:p>
          <a:p>
            <a:r>
              <a:rPr lang="en-US" sz="3000" b="1" dirty="0">
                <a:latin typeface="Book Antiqua" panose="02040602050305030304" pitchFamily="18" charset="0"/>
              </a:rPr>
              <a:t>Features: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scheduling, reminders, notifications, calendar sharing.</a:t>
            </a:r>
          </a:p>
          <a:p>
            <a:b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</a:br>
            <a:r>
              <a:rPr lang="en-US" sz="3000" b="1" dirty="0">
                <a:latin typeface="Book Antiqua" panose="02040602050305030304" pitchFamily="18" charset="0"/>
              </a:rPr>
              <a:t>Technology: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Languages</a:t>
            </a:r>
            <a:r>
              <a:rPr lang="en-US" sz="3000" dirty="0">
                <a:latin typeface="Book Antiqua" panose="02040602050305030304" pitchFamily="18" charset="0"/>
              </a:rPr>
              <a:t>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Java, JavaScript, Python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Frameworks</a:t>
            </a:r>
            <a:r>
              <a:rPr lang="en-US" sz="3000" dirty="0">
                <a:latin typeface="Book Antiqua" panose="02040602050305030304" pitchFamily="18" charset="0"/>
              </a:rPr>
              <a:t>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Google Web Toolkit (GWT) for frontend, internal microservices frameworks for backend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Database</a:t>
            </a:r>
            <a:r>
              <a:rPr lang="en-US" sz="3000" dirty="0">
                <a:latin typeface="Book Antiqua" panose="02040602050305030304" pitchFamily="18" charset="0"/>
              </a:rPr>
              <a:t>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Google Spanner (distributed SQL), Bigtable (NoSQL)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Authentication</a:t>
            </a:r>
            <a:r>
              <a:rPr lang="en-US" sz="3000" dirty="0">
                <a:latin typeface="Book Antiqua" panose="02040602050305030304" pitchFamily="18" charset="0"/>
              </a:rPr>
              <a:t>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OAuth 2.0, Google Account authentication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ook Antiqua" panose="02040602050305030304" pitchFamily="18" charset="0"/>
              </a:rPr>
              <a:t>Load Balancing: 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Google’s global load balancing using edge caching and distributed servers</a:t>
            </a:r>
          </a:p>
          <a:p>
            <a:endParaRPr lang="en-US" sz="3200" dirty="0"/>
          </a:p>
        </p:txBody>
      </p:sp>
      <p:pic>
        <p:nvPicPr>
          <p:cNvPr id="5" name="Picture 4" descr="A logo of a google calendar&#10;&#10;AI-generated content may be incorrect.">
            <a:extLst>
              <a:ext uri="{FF2B5EF4-FFF2-40B4-BE49-F238E27FC236}">
                <a16:creationId xmlns:a16="http://schemas.microsoft.com/office/drawing/2014/main" id="{C203674D-518D-A266-F46E-881FDCEA7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600" y="1959081"/>
            <a:ext cx="5731257" cy="5731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D7EB7C-BDE8-6E82-9714-151DEAA43F4B}"/>
              </a:ext>
            </a:extLst>
          </p:cNvPr>
          <p:cNvSpPr txBox="1"/>
          <p:nvPr/>
        </p:nvSpPr>
        <p:spPr>
          <a:xfrm>
            <a:off x="1600200" y="9258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Goole Calendar (Accessed on: 14-08-2025, 2:00 AM). Available at: https://calendar.google.com/</a:t>
            </a:r>
          </a:p>
        </p:txBody>
      </p:sp>
    </p:spTree>
    <p:extLst>
      <p:ext uri="{BB962C8B-B14F-4D97-AF65-F5344CB8AC3E}">
        <p14:creationId xmlns:p14="http://schemas.microsoft.com/office/powerpoint/2010/main" val="332146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0FF07-7665-0253-F7CE-B4BC22E7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748;p54"/>
          <p:cNvGrpSpPr/>
          <p:nvPr/>
        </p:nvGrpSpPr>
        <p:grpSpPr>
          <a:xfrm>
            <a:off x="525389" y="794512"/>
            <a:ext cx="846211" cy="863220"/>
            <a:chOff x="822725" y="2899050"/>
            <a:chExt cx="1176600" cy="1176600"/>
          </a:xfrm>
        </p:grpSpPr>
        <p:sp>
          <p:nvSpPr>
            <p:cNvPr id="39" name="Google Shape;749;p54"/>
            <p:cNvSpPr/>
            <p:nvPr/>
          </p:nvSpPr>
          <p:spPr>
            <a:xfrm>
              <a:off x="941225" y="3029400"/>
              <a:ext cx="939600" cy="915900"/>
            </a:xfrm>
            <a:prstGeom prst="star7">
              <a:avLst>
                <a:gd name="adj" fmla="val 34601"/>
                <a:gd name="hf" fmla="val 102572"/>
                <a:gd name="vf" fmla="val 105210"/>
              </a:avLst>
            </a:prstGeom>
            <a:solidFill>
              <a:schemeClr val="accent5">
                <a:lumMod val="50000"/>
              </a:schemeClr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0" name="Google Shape;750;p54"/>
            <p:cNvSpPr/>
            <p:nvPr/>
          </p:nvSpPr>
          <p:spPr>
            <a:xfrm>
              <a:off x="822725" y="2899050"/>
              <a:ext cx="1176600" cy="11766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2" name="Rectangle 1"/>
          <p:cNvSpPr/>
          <p:nvPr/>
        </p:nvSpPr>
        <p:spPr>
          <a:xfrm>
            <a:off x="1456825" y="625957"/>
            <a:ext cx="15240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C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ommon  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F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eatures (Partially available across the majority of systems)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2552700"/>
            <a:ext cx="9601200" cy="3694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creation &amp; management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Ticketing &amp; payments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User login &amp; attendee management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notifications &amp; reminders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336" y="4533900"/>
            <a:ext cx="6256418" cy="424542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2166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0FF07-7665-0253-F7CE-B4BC22E7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2261" y="753788"/>
            <a:ext cx="10287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W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hat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A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dditional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F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eatures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C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an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B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A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dded</a:t>
            </a:r>
          </a:p>
        </p:txBody>
      </p:sp>
      <p:grpSp>
        <p:nvGrpSpPr>
          <p:cNvPr id="3" name="Google Shape;1299;p65"/>
          <p:cNvGrpSpPr/>
          <p:nvPr/>
        </p:nvGrpSpPr>
        <p:grpSpPr>
          <a:xfrm>
            <a:off x="753403" y="646616"/>
            <a:ext cx="1282494" cy="1100554"/>
            <a:chOff x="7668625" y="1383375"/>
            <a:chExt cx="402750" cy="458625"/>
          </a:xfrm>
        </p:grpSpPr>
        <p:sp>
          <p:nvSpPr>
            <p:cNvPr id="4" name="Google Shape;1300;p65"/>
            <p:cNvSpPr/>
            <p:nvPr/>
          </p:nvSpPr>
          <p:spPr>
            <a:xfrm>
              <a:off x="7715250" y="1465275"/>
              <a:ext cx="293250" cy="376725"/>
            </a:xfrm>
            <a:custGeom>
              <a:avLst/>
              <a:gdLst/>
              <a:ahLst/>
              <a:cxnLst/>
              <a:rect l="l" t="t" r="r" b="b"/>
              <a:pathLst>
                <a:path w="11730" h="15069" extrusionOk="0">
                  <a:moveTo>
                    <a:pt x="4405" y="3659"/>
                  </a:moveTo>
                  <a:cubicBezTo>
                    <a:pt x="4425" y="3659"/>
                    <a:pt x="4446" y="3661"/>
                    <a:pt x="4467" y="3664"/>
                  </a:cubicBezTo>
                  <a:cubicBezTo>
                    <a:pt x="4640" y="3686"/>
                    <a:pt x="4770" y="3860"/>
                    <a:pt x="4770" y="4033"/>
                  </a:cubicBezTo>
                  <a:lnTo>
                    <a:pt x="4770" y="4380"/>
                  </a:lnTo>
                  <a:lnTo>
                    <a:pt x="4423" y="4380"/>
                  </a:lnTo>
                  <a:cubicBezTo>
                    <a:pt x="4228" y="4380"/>
                    <a:pt x="4076" y="4250"/>
                    <a:pt x="4055" y="4076"/>
                  </a:cubicBezTo>
                  <a:cubicBezTo>
                    <a:pt x="4015" y="3859"/>
                    <a:pt x="4192" y="3659"/>
                    <a:pt x="4405" y="3659"/>
                  </a:cubicBezTo>
                  <a:close/>
                  <a:moveTo>
                    <a:pt x="7915" y="3662"/>
                  </a:moveTo>
                  <a:cubicBezTo>
                    <a:pt x="8133" y="3662"/>
                    <a:pt x="8304" y="3810"/>
                    <a:pt x="8304" y="4033"/>
                  </a:cubicBezTo>
                  <a:cubicBezTo>
                    <a:pt x="8304" y="4217"/>
                    <a:pt x="8150" y="4382"/>
                    <a:pt x="7969" y="4382"/>
                  </a:cubicBezTo>
                  <a:cubicBezTo>
                    <a:pt x="7958" y="4382"/>
                    <a:pt x="7947" y="4381"/>
                    <a:pt x="7935" y="4380"/>
                  </a:cubicBezTo>
                  <a:lnTo>
                    <a:pt x="7567" y="4380"/>
                  </a:lnTo>
                  <a:lnTo>
                    <a:pt x="7567" y="4033"/>
                  </a:lnTo>
                  <a:cubicBezTo>
                    <a:pt x="7567" y="3860"/>
                    <a:pt x="7697" y="3708"/>
                    <a:pt x="7870" y="3664"/>
                  </a:cubicBezTo>
                  <a:cubicBezTo>
                    <a:pt x="7886" y="3663"/>
                    <a:pt x="7900" y="3662"/>
                    <a:pt x="7915" y="3662"/>
                  </a:cubicBezTo>
                  <a:close/>
                  <a:moveTo>
                    <a:pt x="7047" y="4922"/>
                  </a:moveTo>
                  <a:lnTo>
                    <a:pt x="7047" y="8694"/>
                  </a:lnTo>
                  <a:lnTo>
                    <a:pt x="5312" y="8694"/>
                  </a:lnTo>
                  <a:lnTo>
                    <a:pt x="5312" y="4922"/>
                  </a:lnTo>
                  <a:close/>
                  <a:moveTo>
                    <a:pt x="6174" y="521"/>
                  </a:moveTo>
                  <a:cubicBezTo>
                    <a:pt x="6183" y="521"/>
                    <a:pt x="6192" y="521"/>
                    <a:pt x="6201" y="521"/>
                  </a:cubicBezTo>
                  <a:lnTo>
                    <a:pt x="6244" y="521"/>
                  </a:lnTo>
                  <a:cubicBezTo>
                    <a:pt x="9908" y="542"/>
                    <a:pt x="11730" y="4944"/>
                    <a:pt x="9171" y="7567"/>
                  </a:cubicBezTo>
                  <a:cubicBezTo>
                    <a:pt x="8868" y="7870"/>
                    <a:pt x="8673" y="8261"/>
                    <a:pt x="8629" y="8673"/>
                  </a:cubicBezTo>
                  <a:lnTo>
                    <a:pt x="8608" y="8694"/>
                  </a:lnTo>
                  <a:lnTo>
                    <a:pt x="7567" y="8694"/>
                  </a:lnTo>
                  <a:lnTo>
                    <a:pt x="7567" y="4922"/>
                  </a:lnTo>
                  <a:lnTo>
                    <a:pt x="7935" y="4922"/>
                  </a:lnTo>
                  <a:cubicBezTo>
                    <a:pt x="8738" y="4922"/>
                    <a:pt x="9150" y="3968"/>
                    <a:pt x="8586" y="3404"/>
                  </a:cubicBezTo>
                  <a:cubicBezTo>
                    <a:pt x="8402" y="3214"/>
                    <a:pt x="8175" y="3129"/>
                    <a:pt x="7952" y="3129"/>
                  </a:cubicBezTo>
                  <a:cubicBezTo>
                    <a:pt x="7490" y="3129"/>
                    <a:pt x="7047" y="3492"/>
                    <a:pt x="7047" y="4033"/>
                  </a:cubicBezTo>
                  <a:lnTo>
                    <a:pt x="7047" y="4380"/>
                  </a:lnTo>
                  <a:lnTo>
                    <a:pt x="5312" y="4380"/>
                  </a:lnTo>
                  <a:lnTo>
                    <a:pt x="5312" y="4033"/>
                  </a:lnTo>
                  <a:cubicBezTo>
                    <a:pt x="5312" y="3599"/>
                    <a:pt x="5009" y="3231"/>
                    <a:pt x="4575" y="3144"/>
                  </a:cubicBezTo>
                  <a:cubicBezTo>
                    <a:pt x="4519" y="3134"/>
                    <a:pt x="4463" y="3129"/>
                    <a:pt x="4409" y="3129"/>
                  </a:cubicBezTo>
                  <a:cubicBezTo>
                    <a:pt x="3876" y="3129"/>
                    <a:pt x="3454" y="3591"/>
                    <a:pt x="3513" y="4141"/>
                  </a:cubicBezTo>
                  <a:cubicBezTo>
                    <a:pt x="3578" y="4575"/>
                    <a:pt x="3968" y="4922"/>
                    <a:pt x="4423" y="4922"/>
                  </a:cubicBezTo>
                  <a:lnTo>
                    <a:pt x="4792" y="4922"/>
                  </a:lnTo>
                  <a:lnTo>
                    <a:pt x="4792" y="8694"/>
                  </a:lnTo>
                  <a:lnTo>
                    <a:pt x="3773" y="8694"/>
                  </a:lnTo>
                  <a:cubicBezTo>
                    <a:pt x="3708" y="8261"/>
                    <a:pt x="3513" y="7870"/>
                    <a:pt x="3231" y="7567"/>
                  </a:cubicBezTo>
                  <a:cubicBezTo>
                    <a:pt x="657" y="4928"/>
                    <a:pt x="2528" y="521"/>
                    <a:pt x="6174" y="521"/>
                  </a:cubicBezTo>
                  <a:close/>
                  <a:moveTo>
                    <a:pt x="8836" y="9235"/>
                  </a:moveTo>
                  <a:cubicBezTo>
                    <a:pt x="9037" y="9235"/>
                    <a:pt x="9193" y="9421"/>
                    <a:pt x="9193" y="9627"/>
                  </a:cubicBezTo>
                  <a:cubicBezTo>
                    <a:pt x="9193" y="9692"/>
                    <a:pt x="9128" y="9757"/>
                    <a:pt x="9041" y="9757"/>
                  </a:cubicBezTo>
                  <a:lnTo>
                    <a:pt x="8174" y="9757"/>
                  </a:lnTo>
                  <a:cubicBezTo>
                    <a:pt x="8044" y="9757"/>
                    <a:pt x="7914" y="9865"/>
                    <a:pt x="7892" y="9995"/>
                  </a:cubicBezTo>
                  <a:cubicBezTo>
                    <a:pt x="7892" y="10169"/>
                    <a:pt x="8000" y="10299"/>
                    <a:pt x="8174" y="10299"/>
                  </a:cubicBezTo>
                  <a:lnTo>
                    <a:pt x="8803" y="10299"/>
                  </a:lnTo>
                  <a:cubicBezTo>
                    <a:pt x="9019" y="10299"/>
                    <a:pt x="9193" y="10472"/>
                    <a:pt x="9193" y="10711"/>
                  </a:cubicBezTo>
                  <a:cubicBezTo>
                    <a:pt x="9193" y="10776"/>
                    <a:pt x="9128" y="10841"/>
                    <a:pt x="9041" y="10841"/>
                  </a:cubicBezTo>
                  <a:lnTo>
                    <a:pt x="3361" y="10841"/>
                  </a:lnTo>
                  <a:cubicBezTo>
                    <a:pt x="3274" y="10841"/>
                    <a:pt x="3231" y="10776"/>
                    <a:pt x="3209" y="10711"/>
                  </a:cubicBezTo>
                  <a:cubicBezTo>
                    <a:pt x="3209" y="10472"/>
                    <a:pt x="3404" y="10299"/>
                    <a:pt x="3621" y="10299"/>
                  </a:cubicBezTo>
                  <a:lnTo>
                    <a:pt x="6938" y="10299"/>
                  </a:lnTo>
                  <a:cubicBezTo>
                    <a:pt x="7068" y="10299"/>
                    <a:pt x="7198" y="10212"/>
                    <a:pt x="7198" y="10060"/>
                  </a:cubicBezTo>
                  <a:cubicBezTo>
                    <a:pt x="7220" y="9908"/>
                    <a:pt x="7090" y="9757"/>
                    <a:pt x="6938" y="9757"/>
                  </a:cubicBezTo>
                  <a:lnTo>
                    <a:pt x="3339" y="9757"/>
                  </a:lnTo>
                  <a:cubicBezTo>
                    <a:pt x="3252" y="9757"/>
                    <a:pt x="3187" y="9713"/>
                    <a:pt x="3187" y="9627"/>
                  </a:cubicBezTo>
                  <a:cubicBezTo>
                    <a:pt x="3187" y="9421"/>
                    <a:pt x="3363" y="9235"/>
                    <a:pt x="3566" y="9235"/>
                  </a:cubicBezTo>
                  <a:cubicBezTo>
                    <a:pt x="3577" y="9235"/>
                    <a:pt x="3588" y="9235"/>
                    <a:pt x="3599" y="9236"/>
                  </a:cubicBezTo>
                  <a:lnTo>
                    <a:pt x="8803" y="9236"/>
                  </a:lnTo>
                  <a:cubicBezTo>
                    <a:pt x="8814" y="9235"/>
                    <a:pt x="8825" y="9235"/>
                    <a:pt x="8836" y="9235"/>
                  </a:cubicBezTo>
                  <a:close/>
                  <a:moveTo>
                    <a:pt x="8781" y="11383"/>
                  </a:moveTo>
                  <a:cubicBezTo>
                    <a:pt x="8998" y="11383"/>
                    <a:pt x="9171" y="11556"/>
                    <a:pt x="9171" y="11773"/>
                  </a:cubicBezTo>
                  <a:cubicBezTo>
                    <a:pt x="9171" y="11860"/>
                    <a:pt x="9106" y="11925"/>
                    <a:pt x="9041" y="11925"/>
                  </a:cubicBezTo>
                  <a:lnTo>
                    <a:pt x="5876" y="11925"/>
                  </a:lnTo>
                  <a:cubicBezTo>
                    <a:pt x="5863" y="11923"/>
                    <a:pt x="5850" y="11922"/>
                    <a:pt x="5837" y="11922"/>
                  </a:cubicBezTo>
                  <a:cubicBezTo>
                    <a:pt x="5706" y="11922"/>
                    <a:pt x="5614" y="12023"/>
                    <a:pt x="5594" y="12142"/>
                  </a:cubicBezTo>
                  <a:cubicBezTo>
                    <a:pt x="5572" y="12315"/>
                    <a:pt x="5702" y="12445"/>
                    <a:pt x="5876" y="12445"/>
                  </a:cubicBezTo>
                  <a:lnTo>
                    <a:pt x="8564" y="12445"/>
                  </a:lnTo>
                  <a:lnTo>
                    <a:pt x="8564" y="12835"/>
                  </a:lnTo>
                  <a:cubicBezTo>
                    <a:pt x="8564" y="13052"/>
                    <a:pt x="8391" y="13204"/>
                    <a:pt x="8196" y="13204"/>
                  </a:cubicBezTo>
                  <a:lnTo>
                    <a:pt x="4228" y="13204"/>
                  </a:lnTo>
                  <a:cubicBezTo>
                    <a:pt x="4033" y="13204"/>
                    <a:pt x="3859" y="13052"/>
                    <a:pt x="3859" y="12835"/>
                  </a:cubicBezTo>
                  <a:lnTo>
                    <a:pt x="3859" y="12445"/>
                  </a:lnTo>
                  <a:lnTo>
                    <a:pt x="4618" y="12445"/>
                  </a:lnTo>
                  <a:cubicBezTo>
                    <a:pt x="4748" y="12445"/>
                    <a:pt x="4878" y="12358"/>
                    <a:pt x="4878" y="12228"/>
                  </a:cubicBezTo>
                  <a:cubicBezTo>
                    <a:pt x="4899" y="12066"/>
                    <a:pt x="4786" y="11923"/>
                    <a:pt x="4647" y="11923"/>
                  </a:cubicBezTo>
                  <a:cubicBezTo>
                    <a:pt x="4638" y="11923"/>
                    <a:pt x="4628" y="11923"/>
                    <a:pt x="4618" y="11925"/>
                  </a:cubicBezTo>
                  <a:lnTo>
                    <a:pt x="3339" y="11925"/>
                  </a:lnTo>
                  <a:cubicBezTo>
                    <a:pt x="3252" y="11925"/>
                    <a:pt x="3187" y="11860"/>
                    <a:pt x="3187" y="11773"/>
                  </a:cubicBezTo>
                  <a:cubicBezTo>
                    <a:pt x="3187" y="11556"/>
                    <a:pt x="3361" y="11383"/>
                    <a:pt x="3578" y="11383"/>
                  </a:cubicBezTo>
                  <a:close/>
                  <a:moveTo>
                    <a:pt x="7372" y="13746"/>
                  </a:moveTo>
                  <a:lnTo>
                    <a:pt x="7372" y="14526"/>
                  </a:lnTo>
                  <a:lnTo>
                    <a:pt x="5030" y="14526"/>
                  </a:lnTo>
                  <a:lnTo>
                    <a:pt x="5030" y="13746"/>
                  </a:lnTo>
                  <a:close/>
                  <a:moveTo>
                    <a:pt x="6201" y="0"/>
                  </a:moveTo>
                  <a:cubicBezTo>
                    <a:pt x="2082" y="22"/>
                    <a:pt x="0" y="4987"/>
                    <a:pt x="2862" y="7936"/>
                  </a:cubicBezTo>
                  <a:cubicBezTo>
                    <a:pt x="3079" y="8152"/>
                    <a:pt x="3231" y="8434"/>
                    <a:pt x="3252" y="8759"/>
                  </a:cubicBezTo>
                  <a:cubicBezTo>
                    <a:pt x="2906" y="8889"/>
                    <a:pt x="2689" y="9236"/>
                    <a:pt x="2689" y="9605"/>
                  </a:cubicBezTo>
                  <a:cubicBezTo>
                    <a:pt x="2689" y="9800"/>
                    <a:pt x="2754" y="9974"/>
                    <a:pt x="2906" y="10104"/>
                  </a:cubicBezTo>
                  <a:cubicBezTo>
                    <a:pt x="2775" y="10277"/>
                    <a:pt x="2689" y="10472"/>
                    <a:pt x="2689" y="10689"/>
                  </a:cubicBezTo>
                  <a:cubicBezTo>
                    <a:pt x="2689" y="10862"/>
                    <a:pt x="2775" y="11036"/>
                    <a:pt x="2906" y="11166"/>
                  </a:cubicBezTo>
                  <a:cubicBezTo>
                    <a:pt x="2754" y="11339"/>
                    <a:pt x="2667" y="11535"/>
                    <a:pt x="2689" y="11751"/>
                  </a:cubicBezTo>
                  <a:cubicBezTo>
                    <a:pt x="2689" y="12120"/>
                    <a:pt x="2971" y="12423"/>
                    <a:pt x="3339" y="12445"/>
                  </a:cubicBezTo>
                  <a:lnTo>
                    <a:pt x="3339" y="12987"/>
                  </a:lnTo>
                  <a:cubicBezTo>
                    <a:pt x="3339" y="13399"/>
                    <a:pt x="3664" y="13746"/>
                    <a:pt x="4076" y="13746"/>
                  </a:cubicBezTo>
                  <a:lnTo>
                    <a:pt x="4510" y="13746"/>
                  </a:lnTo>
                  <a:lnTo>
                    <a:pt x="4510" y="14787"/>
                  </a:lnTo>
                  <a:cubicBezTo>
                    <a:pt x="4510" y="14938"/>
                    <a:pt x="4640" y="15068"/>
                    <a:pt x="4792" y="15068"/>
                  </a:cubicBezTo>
                  <a:lnTo>
                    <a:pt x="7654" y="15068"/>
                  </a:lnTo>
                  <a:cubicBezTo>
                    <a:pt x="7805" y="15068"/>
                    <a:pt x="7914" y="14938"/>
                    <a:pt x="7914" y="14787"/>
                  </a:cubicBezTo>
                  <a:lnTo>
                    <a:pt x="7914" y="13746"/>
                  </a:lnTo>
                  <a:lnTo>
                    <a:pt x="8347" y="13746"/>
                  </a:lnTo>
                  <a:cubicBezTo>
                    <a:pt x="8759" y="13724"/>
                    <a:pt x="9106" y="13399"/>
                    <a:pt x="9106" y="12987"/>
                  </a:cubicBezTo>
                  <a:lnTo>
                    <a:pt x="9106" y="12445"/>
                  </a:lnTo>
                  <a:cubicBezTo>
                    <a:pt x="9453" y="12402"/>
                    <a:pt x="9713" y="12120"/>
                    <a:pt x="9713" y="11773"/>
                  </a:cubicBezTo>
                  <a:cubicBezTo>
                    <a:pt x="9713" y="11556"/>
                    <a:pt x="9648" y="11361"/>
                    <a:pt x="9518" y="11188"/>
                  </a:cubicBezTo>
                  <a:cubicBezTo>
                    <a:pt x="9648" y="11058"/>
                    <a:pt x="9735" y="10884"/>
                    <a:pt x="9735" y="10689"/>
                  </a:cubicBezTo>
                  <a:cubicBezTo>
                    <a:pt x="9735" y="10472"/>
                    <a:pt x="9670" y="10255"/>
                    <a:pt x="9518" y="10104"/>
                  </a:cubicBezTo>
                  <a:cubicBezTo>
                    <a:pt x="9648" y="9974"/>
                    <a:pt x="9735" y="9800"/>
                    <a:pt x="9713" y="9627"/>
                  </a:cubicBezTo>
                  <a:cubicBezTo>
                    <a:pt x="9713" y="9236"/>
                    <a:pt x="9496" y="8889"/>
                    <a:pt x="9150" y="8759"/>
                  </a:cubicBezTo>
                  <a:cubicBezTo>
                    <a:pt x="9193" y="8456"/>
                    <a:pt x="9323" y="8152"/>
                    <a:pt x="9540" y="7936"/>
                  </a:cubicBezTo>
                  <a:cubicBezTo>
                    <a:pt x="10407" y="7068"/>
                    <a:pt x="10884" y="5898"/>
                    <a:pt x="10884" y="4662"/>
                  </a:cubicBezTo>
                  <a:lnTo>
                    <a:pt x="10884" y="4662"/>
                  </a:lnTo>
                  <a:lnTo>
                    <a:pt x="10862" y="4683"/>
                  </a:lnTo>
                  <a:cubicBezTo>
                    <a:pt x="10862" y="2125"/>
                    <a:pt x="8803" y="44"/>
                    <a:pt x="6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1;p65"/>
            <p:cNvSpPr/>
            <p:nvPr/>
          </p:nvSpPr>
          <p:spPr>
            <a:xfrm>
              <a:off x="7863250" y="1383375"/>
              <a:ext cx="14075" cy="57050"/>
            </a:xfrm>
            <a:custGeom>
              <a:avLst/>
              <a:gdLst/>
              <a:ahLst/>
              <a:cxnLst/>
              <a:rect l="l" t="t" r="r" b="b"/>
              <a:pathLst>
                <a:path w="563" h="2282" extrusionOk="0">
                  <a:moveTo>
                    <a:pt x="287" y="0"/>
                  </a:moveTo>
                  <a:cubicBezTo>
                    <a:pt x="130" y="0"/>
                    <a:pt x="1" y="124"/>
                    <a:pt x="21" y="285"/>
                  </a:cubicBezTo>
                  <a:lnTo>
                    <a:pt x="21" y="2019"/>
                  </a:lnTo>
                  <a:cubicBezTo>
                    <a:pt x="1" y="2160"/>
                    <a:pt x="129" y="2282"/>
                    <a:pt x="286" y="2282"/>
                  </a:cubicBezTo>
                  <a:cubicBezTo>
                    <a:pt x="299" y="2282"/>
                    <a:pt x="312" y="2281"/>
                    <a:pt x="324" y="2279"/>
                  </a:cubicBezTo>
                  <a:cubicBezTo>
                    <a:pt x="454" y="2279"/>
                    <a:pt x="563" y="2149"/>
                    <a:pt x="541" y="1997"/>
                  </a:cubicBezTo>
                  <a:lnTo>
                    <a:pt x="541" y="285"/>
                  </a:lnTo>
                  <a:cubicBezTo>
                    <a:pt x="541" y="133"/>
                    <a:pt x="454" y="24"/>
                    <a:pt x="324" y="3"/>
                  </a:cubicBezTo>
                  <a:cubicBezTo>
                    <a:pt x="312" y="1"/>
                    <a:pt x="299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2;p65"/>
            <p:cNvSpPr/>
            <p:nvPr/>
          </p:nvSpPr>
          <p:spPr>
            <a:xfrm>
              <a:off x="7668625" y="1575850"/>
              <a:ext cx="58025" cy="13575"/>
            </a:xfrm>
            <a:custGeom>
              <a:avLst/>
              <a:gdLst/>
              <a:ahLst/>
              <a:cxnLst/>
              <a:rect l="l" t="t" r="r" b="b"/>
              <a:pathLst>
                <a:path w="2321" h="543" extrusionOk="0">
                  <a:moveTo>
                    <a:pt x="283" y="0"/>
                  </a:moveTo>
                  <a:cubicBezTo>
                    <a:pt x="153" y="0"/>
                    <a:pt x="44" y="109"/>
                    <a:pt x="22" y="239"/>
                  </a:cubicBezTo>
                  <a:cubicBezTo>
                    <a:pt x="1" y="391"/>
                    <a:pt x="131" y="542"/>
                    <a:pt x="283" y="542"/>
                  </a:cubicBezTo>
                  <a:lnTo>
                    <a:pt x="2039" y="542"/>
                  </a:lnTo>
                  <a:cubicBezTo>
                    <a:pt x="2169" y="542"/>
                    <a:pt x="2277" y="434"/>
                    <a:pt x="2299" y="304"/>
                  </a:cubicBezTo>
                  <a:cubicBezTo>
                    <a:pt x="2321" y="152"/>
                    <a:pt x="2191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03;p65"/>
            <p:cNvSpPr/>
            <p:nvPr/>
          </p:nvSpPr>
          <p:spPr>
            <a:xfrm>
              <a:off x="8012800" y="1575850"/>
              <a:ext cx="58575" cy="13575"/>
            </a:xfrm>
            <a:custGeom>
              <a:avLst/>
              <a:gdLst/>
              <a:ahLst/>
              <a:cxnLst/>
              <a:rect l="l" t="t" r="r" b="b"/>
              <a:pathLst>
                <a:path w="2343" h="543" extrusionOk="0">
                  <a:moveTo>
                    <a:pt x="304" y="0"/>
                  </a:moveTo>
                  <a:cubicBezTo>
                    <a:pt x="174" y="0"/>
                    <a:pt x="44" y="109"/>
                    <a:pt x="23" y="239"/>
                  </a:cubicBezTo>
                  <a:cubicBezTo>
                    <a:pt x="1" y="391"/>
                    <a:pt x="131" y="542"/>
                    <a:pt x="304" y="542"/>
                  </a:cubicBezTo>
                  <a:lnTo>
                    <a:pt x="2039" y="542"/>
                  </a:lnTo>
                  <a:cubicBezTo>
                    <a:pt x="2191" y="542"/>
                    <a:pt x="2299" y="434"/>
                    <a:pt x="2321" y="304"/>
                  </a:cubicBezTo>
                  <a:cubicBezTo>
                    <a:pt x="2342" y="152"/>
                    <a:pt x="2212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04;p65"/>
            <p:cNvSpPr/>
            <p:nvPr/>
          </p:nvSpPr>
          <p:spPr>
            <a:xfrm>
              <a:off x="7724950" y="1438850"/>
              <a:ext cx="47225" cy="43800"/>
            </a:xfrm>
            <a:custGeom>
              <a:avLst/>
              <a:gdLst/>
              <a:ahLst/>
              <a:cxnLst/>
              <a:rect l="l" t="t" r="r" b="b"/>
              <a:pathLst>
                <a:path w="1889" h="1752" extrusionOk="0">
                  <a:moveTo>
                    <a:pt x="375" y="1"/>
                  </a:moveTo>
                  <a:cubicBezTo>
                    <a:pt x="169" y="1"/>
                    <a:pt x="1" y="246"/>
                    <a:pt x="154" y="450"/>
                  </a:cubicBezTo>
                  <a:lnTo>
                    <a:pt x="1390" y="1686"/>
                  </a:lnTo>
                  <a:cubicBezTo>
                    <a:pt x="1455" y="1730"/>
                    <a:pt x="1520" y="1751"/>
                    <a:pt x="1585" y="1751"/>
                  </a:cubicBezTo>
                  <a:cubicBezTo>
                    <a:pt x="1650" y="1751"/>
                    <a:pt x="1715" y="1730"/>
                    <a:pt x="1780" y="1686"/>
                  </a:cubicBezTo>
                  <a:cubicBezTo>
                    <a:pt x="1889" y="1578"/>
                    <a:pt x="1889" y="1404"/>
                    <a:pt x="1780" y="1296"/>
                  </a:cubicBezTo>
                  <a:lnTo>
                    <a:pt x="545" y="60"/>
                  </a:lnTo>
                  <a:cubicBezTo>
                    <a:pt x="489" y="19"/>
                    <a:pt x="431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5;p65"/>
            <p:cNvSpPr/>
            <p:nvPr/>
          </p:nvSpPr>
          <p:spPr>
            <a:xfrm>
              <a:off x="7967825" y="1438300"/>
              <a:ext cx="47175" cy="44350"/>
            </a:xfrm>
            <a:custGeom>
              <a:avLst/>
              <a:gdLst/>
              <a:ahLst/>
              <a:cxnLst/>
              <a:rect l="l" t="t" r="r" b="b"/>
              <a:pathLst>
                <a:path w="1887" h="1774" extrusionOk="0">
                  <a:moveTo>
                    <a:pt x="1602" y="1"/>
                  </a:moveTo>
                  <a:cubicBezTo>
                    <a:pt x="1534" y="1"/>
                    <a:pt x="1464" y="28"/>
                    <a:pt x="1410" y="82"/>
                  </a:cubicBezTo>
                  <a:lnTo>
                    <a:pt x="174" y="1318"/>
                  </a:lnTo>
                  <a:cubicBezTo>
                    <a:pt x="0" y="1491"/>
                    <a:pt x="131" y="1773"/>
                    <a:pt x="369" y="1773"/>
                  </a:cubicBezTo>
                  <a:cubicBezTo>
                    <a:pt x="434" y="1773"/>
                    <a:pt x="499" y="1752"/>
                    <a:pt x="542" y="1708"/>
                  </a:cubicBezTo>
                  <a:lnTo>
                    <a:pt x="1778" y="472"/>
                  </a:lnTo>
                  <a:cubicBezTo>
                    <a:pt x="1887" y="364"/>
                    <a:pt x="1887" y="191"/>
                    <a:pt x="1778" y="82"/>
                  </a:cubicBezTo>
                  <a:cubicBezTo>
                    <a:pt x="1735" y="28"/>
                    <a:pt x="1670" y="1"/>
                    <a:pt x="1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Rectangle 9"/>
          <p:cNvSpPr/>
          <p:nvPr/>
        </p:nvSpPr>
        <p:spPr>
          <a:xfrm>
            <a:off x="1706158" y="2171700"/>
            <a:ext cx="12801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Club management (create clubs, assign president, VP, moderator)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Rule-based personalized suggestions (based on department/interests)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certificate generation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history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Local payment integration (</a:t>
            </a:r>
            <a:r>
              <a:rPr lang="en-US" sz="3000" dirty="0" err="1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Bkash</a:t>
            </a: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, Rocket)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QR code check-in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9" y="4076700"/>
            <a:ext cx="5223277" cy="541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707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D58A4-B98F-B5AF-16BF-B0A418A9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296;p65">
            <a:extLst>
              <a:ext uri="{FF2B5EF4-FFF2-40B4-BE49-F238E27FC236}">
                <a16:creationId xmlns:a16="http://schemas.microsoft.com/office/drawing/2014/main" id="{A8F8E32D-8793-5736-BCFE-184715DADEC2}"/>
              </a:ext>
            </a:extLst>
          </p:cNvPr>
          <p:cNvGrpSpPr/>
          <p:nvPr/>
        </p:nvGrpSpPr>
        <p:grpSpPr>
          <a:xfrm>
            <a:off x="561944" y="723900"/>
            <a:ext cx="1038256" cy="1008380"/>
            <a:chOff x="1694550" y="1383475"/>
            <a:chExt cx="485125" cy="458525"/>
          </a:xfrm>
          <a:solidFill>
            <a:schemeClr val="accent5">
              <a:lumMod val="50000"/>
            </a:schemeClr>
          </a:solidFill>
        </p:grpSpPr>
        <p:sp>
          <p:nvSpPr>
            <p:cNvPr id="3" name="Google Shape;1297;p65">
              <a:extLst>
                <a:ext uri="{FF2B5EF4-FFF2-40B4-BE49-F238E27FC236}">
                  <a16:creationId xmlns:a16="http://schemas.microsoft.com/office/drawing/2014/main" id="{D9616EBF-936D-3837-1954-6630CFEF8754}"/>
                </a:ext>
              </a:extLst>
            </p:cNvPr>
            <p:cNvSpPr/>
            <p:nvPr/>
          </p:nvSpPr>
          <p:spPr>
            <a:xfrm>
              <a:off x="1769350" y="1436000"/>
              <a:ext cx="340950" cy="292175"/>
            </a:xfrm>
            <a:custGeom>
              <a:avLst/>
              <a:gdLst/>
              <a:ahLst/>
              <a:cxnLst/>
              <a:rect l="l" t="t" r="r" b="b"/>
              <a:pathLst>
                <a:path w="13638" h="11687" extrusionOk="0">
                  <a:moveTo>
                    <a:pt x="6721" y="651"/>
                  </a:moveTo>
                  <a:lnTo>
                    <a:pt x="6721" y="673"/>
                  </a:lnTo>
                  <a:cubicBezTo>
                    <a:pt x="6461" y="1020"/>
                    <a:pt x="6266" y="1410"/>
                    <a:pt x="6114" y="1822"/>
                  </a:cubicBezTo>
                  <a:cubicBezTo>
                    <a:pt x="6006" y="2169"/>
                    <a:pt x="5897" y="2516"/>
                    <a:pt x="5811" y="2884"/>
                  </a:cubicBezTo>
                  <a:lnTo>
                    <a:pt x="3404" y="2884"/>
                  </a:lnTo>
                  <a:cubicBezTo>
                    <a:pt x="4185" y="1735"/>
                    <a:pt x="5377" y="933"/>
                    <a:pt x="6721" y="651"/>
                  </a:cubicBezTo>
                  <a:close/>
                  <a:moveTo>
                    <a:pt x="7805" y="543"/>
                  </a:moveTo>
                  <a:lnTo>
                    <a:pt x="7805" y="564"/>
                  </a:lnTo>
                  <a:cubicBezTo>
                    <a:pt x="8347" y="564"/>
                    <a:pt x="8889" y="1432"/>
                    <a:pt x="9236" y="2884"/>
                  </a:cubicBezTo>
                  <a:lnTo>
                    <a:pt x="6374" y="2884"/>
                  </a:lnTo>
                  <a:cubicBezTo>
                    <a:pt x="6721" y="1432"/>
                    <a:pt x="7285" y="543"/>
                    <a:pt x="7805" y="543"/>
                  </a:cubicBezTo>
                  <a:close/>
                  <a:moveTo>
                    <a:pt x="8889" y="651"/>
                  </a:moveTo>
                  <a:lnTo>
                    <a:pt x="8889" y="651"/>
                  </a:lnTo>
                  <a:cubicBezTo>
                    <a:pt x="10234" y="933"/>
                    <a:pt x="11426" y="1735"/>
                    <a:pt x="12185" y="2884"/>
                  </a:cubicBezTo>
                  <a:lnTo>
                    <a:pt x="9778" y="2884"/>
                  </a:lnTo>
                  <a:cubicBezTo>
                    <a:pt x="9713" y="2516"/>
                    <a:pt x="9605" y="2169"/>
                    <a:pt x="9475" y="1822"/>
                  </a:cubicBezTo>
                  <a:cubicBezTo>
                    <a:pt x="9345" y="1410"/>
                    <a:pt x="9150" y="1020"/>
                    <a:pt x="8889" y="651"/>
                  </a:cubicBezTo>
                  <a:close/>
                  <a:moveTo>
                    <a:pt x="5702" y="3426"/>
                  </a:moveTo>
                  <a:cubicBezTo>
                    <a:pt x="5594" y="4120"/>
                    <a:pt x="5529" y="4835"/>
                    <a:pt x="5507" y="5573"/>
                  </a:cubicBezTo>
                  <a:lnTo>
                    <a:pt x="2537" y="5573"/>
                  </a:lnTo>
                  <a:cubicBezTo>
                    <a:pt x="2559" y="4814"/>
                    <a:pt x="2754" y="4077"/>
                    <a:pt x="3101" y="3426"/>
                  </a:cubicBezTo>
                  <a:close/>
                  <a:moveTo>
                    <a:pt x="9345" y="3426"/>
                  </a:moveTo>
                  <a:cubicBezTo>
                    <a:pt x="9475" y="4120"/>
                    <a:pt x="9540" y="4835"/>
                    <a:pt x="9540" y="5573"/>
                  </a:cubicBezTo>
                  <a:lnTo>
                    <a:pt x="6071" y="5573"/>
                  </a:lnTo>
                  <a:cubicBezTo>
                    <a:pt x="6071" y="4835"/>
                    <a:pt x="6136" y="4120"/>
                    <a:pt x="6266" y="3426"/>
                  </a:cubicBezTo>
                  <a:close/>
                  <a:moveTo>
                    <a:pt x="12510" y="3426"/>
                  </a:moveTo>
                  <a:cubicBezTo>
                    <a:pt x="12857" y="4077"/>
                    <a:pt x="13052" y="4814"/>
                    <a:pt x="13095" y="5573"/>
                  </a:cubicBezTo>
                  <a:lnTo>
                    <a:pt x="10104" y="5573"/>
                  </a:lnTo>
                  <a:cubicBezTo>
                    <a:pt x="10104" y="4835"/>
                    <a:pt x="10038" y="4120"/>
                    <a:pt x="9908" y="3426"/>
                  </a:cubicBezTo>
                  <a:close/>
                  <a:moveTo>
                    <a:pt x="5529" y="6093"/>
                  </a:moveTo>
                  <a:cubicBezTo>
                    <a:pt x="5551" y="6830"/>
                    <a:pt x="5616" y="7567"/>
                    <a:pt x="5724" y="8283"/>
                  </a:cubicBezTo>
                  <a:lnTo>
                    <a:pt x="3101" y="8283"/>
                  </a:lnTo>
                  <a:cubicBezTo>
                    <a:pt x="2732" y="7611"/>
                    <a:pt x="2537" y="6873"/>
                    <a:pt x="2494" y="6093"/>
                  </a:cubicBezTo>
                  <a:close/>
                  <a:moveTo>
                    <a:pt x="9562" y="6115"/>
                  </a:moveTo>
                  <a:cubicBezTo>
                    <a:pt x="9562" y="6830"/>
                    <a:pt x="9496" y="7567"/>
                    <a:pt x="9366" y="8304"/>
                  </a:cubicBezTo>
                  <a:lnTo>
                    <a:pt x="6244" y="8304"/>
                  </a:lnTo>
                  <a:cubicBezTo>
                    <a:pt x="6114" y="7567"/>
                    <a:pt x="6049" y="6830"/>
                    <a:pt x="6049" y="6115"/>
                  </a:cubicBezTo>
                  <a:close/>
                  <a:moveTo>
                    <a:pt x="13117" y="6115"/>
                  </a:moveTo>
                  <a:cubicBezTo>
                    <a:pt x="13074" y="6873"/>
                    <a:pt x="12857" y="7611"/>
                    <a:pt x="12510" y="8283"/>
                  </a:cubicBezTo>
                  <a:lnTo>
                    <a:pt x="12510" y="8304"/>
                  </a:lnTo>
                  <a:lnTo>
                    <a:pt x="9887" y="8304"/>
                  </a:lnTo>
                  <a:cubicBezTo>
                    <a:pt x="9995" y="7567"/>
                    <a:pt x="10060" y="6852"/>
                    <a:pt x="10082" y="6115"/>
                  </a:cubicBezTo>
                  <a:close/>
                  <a:moveTo>
                    <a:pt x="5811" y="8803"/>
                  </a:moveTo>
                  <a:cubicBezTo>
                    <a:pt x="5897" y="9172"/>
                    <a:pt x="6006" y="9518"/>
                    <a:pt x="6114" y="9865"/>
                  </a:cubicBezTo>
                  <a:cubicBezTo>
                    <a:pt x="6266" y="10277"/>
                    <a:pt x="6461" y="10668"/>
                    <a:pt x="6721" y="11014"/>
                  </a:cubicBezTo>
                  <a:cubicBezTo>
                    <a:pt x="5377" y="10733"/>
                    <a:pt x="4185" y="9952"/>
                    <a:pt x="3426" y="8803"/>
                  </a:cubicBezTo>
                  <a:close/>
                  <a:moveTo>
                    <a:pt x="12185" y="8825"/>
                  </a:moveTo>
                  <a:cubicBezTo>
                    <a:pt x="11404" y="9974"/>
                    <a:pt x="10234" y="10754"/>
                    <a:pt x="8889" y="11036"/>
                  </a:cubicBezTo>
                  <a:cubicBezTo>
                    <a:pt x="9150" y="10689"/>
                    <a:pt x="9345" y="10299"/>
                    <a:pt x="9496" y="9887"/>
                  </a:cubicBezTo>
                  <a:cubicBezTo>
                    <a:pt x="9605" y="9540"/>
                    <a:pt x="9713" y="9193"/>
                    <a:pt x="9800" y="8825"/>
                  </a:cubicBezTo>
                  <a:close/>
                  <a:moveTo>
                    <a:pt x="9236" y="8825"/>
                  </a:moveTo>
                  <a:cubicBezTo>
                    <a:pt x="8889" y="10277"/>
                    <a:pt x="8326" y="11166"/>
                    <a:pt x="7805" y="11166"/>
                  </a:cubicBezTo>
                  <a:cubicBezTo>
                    <a:pt x="7285" y="11166"/>
                    <a:pt x="6721" y="10277"/>
                    <a:pt x="6374" y="8825"/>
                  </a:cubicBezTo>
                  <a:close/>
                  <a:moveTo>
                    <a:pt x="7805" y="1"/>
                  </a:moveTo>
                  <a:cubicBezTo>
                    <a:pt x="2602" y="1"/>
                    <a:pt x="0" y="6288"/>
                    <a:pt x="3686" y="9974"/>
                  </a:cubicBezTo>
                  <a:cubicBezTo>
                    <a:pt x="4869" y="11157"/>
                    <a:pt x="6326" y="11687"/>
                    <a:pt x="7756" y="11687"/>
                  </a:cubicBezTo>
                  <a:cubicBezTo>
                    <a:pt x="10755" y="11687"/>
                    <a:pt x="13637" y="9356"/>
                    <a:pt x="13637" y="5833"/>
                  </a:cubicBezTo>
                  <a:cubicBezTo>
                    <a:pt x="13637" y="2624"/>
                    <a:pt x="11014" y="1"/>
                    <a:pt x="7805" y="1"/>
                  </a:cubicBezTo>
                  <a:close/>
                </a:path>
              </a:pathLst>
            </a:custGeom>
            <a:grpFill/>
            <a:ln w="28575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98;p65">
              <a:extLst>
                <a:ext uri="{FF2B5EF4-FFF2-40B4-BE49-F238E27FC236}">
                  <a16:creationId xmlns:a16="http://schemas.microsoft.com/office/drawing/2014/main" id="{436118D0-D171-CBA4-5B54-C320AA656DB0}"/>
                </a:ext>
              </a:extLst>
            </p:cNvPr>
            <p:cNvSpPr/>
            <p:nvPr/>
          </p:nvSpPr>
          <p:spPr>
            <a:xfrm>
              <a:off x="1694550" y="1383475"/>
              <a:ext cx="485125" cy="458525"/>
            </a:xfrm>
            <a:custGeom>
              <a:avLst/>
              <a:gdLst/>
              <a:ahLst/>
              <a:cxnLst/>
              <a:rect l="l" t="t" r="r" b="b"/>
              <a:pathLst>
                <a:path w="19405" h="18341" extrusionOk="0">
                  <a:moveTo>
                    <a:pt x="4373" y="12890"/>
                  </a:moveTo>
                  <a:cubicBezTo>
                    <a:pt x="4475" y="12890"/>
                    <a:pt x="4578" y="12923"/>
                    <a:pt x="4662" y="12985"/>
                  </a:cubicBezTo>
                  <a:cubicBezTo>
                    <a:pt x="4814" y="13180"/>
                    <a:pt x="4987" y="13376"/>
                    <a:pt x="5182" y="13571"/>
                  </a:cubicBezTo>
                  <a:cubicBezTo>
                    <a:pt x="5356" y="13744"/>
                    <a:pt x="5551" y="13918"/>
                    <a:pt x="5767" y="14091"/>
                  </a:cubicBezTo>
                  <a:cubicBezTo>
                    <a:pt x="5898" y="14264"/>
                    <a:pt x="5876" y="14503"/>
                    <a:pt x="5724" y="14655"/>
                  </a:cubicBezTo>
                  <a:cubicBezTo>
                    <a:pt x="5702" y="14687"/>
                    <a:pt x="5670" y="14704"/>
                    <a:pt x="5635" y="14704"/>
                  </a:cubicBezTo>
                  <a:cubicBezTo>
                    <a:pt x="5599" y="14704"/>
                    <a:pt x="5562" y="14687"/>
                    <a:pt x="5529" y="14655"/>
                  </a:cubicBezTo>
                  <a:lnTo>
                    <a:pt x="4076" y="13224"/>
                  </a:lnTo>
                  <a:cubicBezTo>
                    <a:pt x="4033" y="13159"/>
                    <a:pt x="4033" y="13072"/>
                    <a:pt x="4076" y="13007"/>
                  </a:cubicBezTo>
                  <a:cubicBezTo>
                    <a:pt x="4155" y="12928"/>
                    <a:pt x="4263" y="12890"/>
                    <a:pt x="4373" y="12890"/>
                  </a:cubicBezTo>
                  <a:close/>
                  <a:moveTo>
                    <a:pt x="10802" y="0"/>
                  </a:moveTo>
                  <a:cubicBezTo>
                    <a:pt x="9020" y="0"/>
                    <a:pt x="7233" y="595"/>
                    <a:pt x="5767" y="1798"/>
                  </a:cubicBezTo>
                  <a:cubicBezTo>
                    <a:pt x="2602" y="4400"/>
                    <a:pt x="1930" y="8953"/>
                    <a:pt x="4185" y="12357"/>
                  </a:cubicBezTo>
                  <a:cubicBezTo>
                    <a:pt x="4011" y="12400"/>
                    <a:pt x="3838" y="12487"/>
                    <a:pt x="3708" y="12638"/>
                  </a:cubicBezTo>
                  <a:cubicBezTo>
                    <a:pt x="3448" y="12899"/>
                    <a:pt x="3448" y="13332"/>
                    <a:pt x="3708" y="13592"/>
                  </a:cubicBezTo>
                  <a:lnTo>
                    <a:pt x="3838" y="13722"/>
                  </a:lnTo>
                  <a:lnTo>
                    <a:pt x="781" y="16411"/>
                  </a:lnTo>
                  <a:cubicBezTo>
                    <a:pt x="0" y="17061"/>
                    <a:pt x="477" y="18340"/>
                    <a:pt x="1496" y="18340"/>
                  </a:cubicBezTo>
                  <a:cubicBezTo>
                    <a:pt x="1692" y="18340"/>
                    <a:pt x="1887" y="18297"/>
                    <a:pt x="2082" y="18232"/>
                  </a:cubicBezTo>
                  <a:cubicBezTo>
                    <a:pt x="2103" y="18232"/>
                    <a:pt x="2103" y="18210"/>
                    <a:pt x="2125" y="18189"/>
                  </a:cubicBezTo>
                  <a:lnTo>
                    <a:pt x="2927" y="17278"/>
                  </a:lnTo>
                  <a:cubicBezTo>
                    <a:pt x="2927" y="17278"/>
                    <a:pt x="2927" y="17256"/>
                    <a:pt x="2927" y="17256"/>
                  </a:cubicBezTo>
                  <a:cubicBezTo>
                    <a:pt x="2927" y="17032"/>
                    <a:pt x="2791" y="16925"/>
                    <a:pt x="2654" y="16925"/>
                  </a:cubicBezTo>
                  <a:cubicBezTo>
                    <a:pt x="2579" y="16925"/>
                    <a:pt x="2504" y="16957"/>
                    <a:pt x="2450" y="17018"/>
                  </a:cubicBezTo>
                  <a:lnTo>
                    <a:pt x="1865" y="17690"/>
                  </a:lnTo>
                  <a:cubicBezTo>
                    <a:pt x="1757" y="17762"/>
                    <a:pt x="1639" y="17796"/>
                    <a:pt x="1524" y="17796"/>
                  </a:cubicBezTo>
                  <a:cubicBezTo>
                    <a:pt x="1294" y="17796"/>
                    <a:pt x="1077" y="17661"/>
                    <a:pt x="976" y="17430"/>
                  </a:cubicBezTo>
                  <a:cubicBezTo>
                    <a:pt x="889" y="17213"/>
                    <a:pt x="954" y="16953"/>
                    <a:pt x="1150" y="16801"/>
                  </a:cubicBezTo>
                  <a:lnTo>
                    <a:pt x="4250" y="14091"/>
                  </a:lnTo>
                  <a:lnTo>
                    <a:pt x="4640" y="14503"/>
                  </a:lnTo>
                  <a:lnTo>
                    <a:pt x="3274" y="16086"/>
                  </a:lnTo>
                  <a:cubicBezTo>
                    <a:pt x="3253" y="16086"/>
                    <a:pt x="3253" y="16086"/>
                    <a:pt x="3274" y="16107"/>
                  </a:cubicBezTo>
                  <a:cubicBezTo>
                    <a:pt x="3274" y="16332"/>
                    <a:pt x="3411" y="16438"/>
                    <a:pt x="3548" y="16438"/>
                  </a:cubicBezTo>
                  <a:cubicBezTo>
                    <a:pt x="3623" y="16438"/>
                    <a:pt x="3698" y="16407"/>
                    <a:pt x="3751" y="16346"/>
                  </a:cubicBezTo>
                  <a:lnTo>
                    <a:pt x="5009" y="14893"/>
                  </a:lnTo>
                  <a:lnTo>
                    <a:pt x="5334" y="15197"/>
                  </a:lnTo>
                  <a:cubicBezTo>
                    <a:pt x="5334" y="15218"/>
                    <a:pt x="5356" y="15218"/>
                    <a:pt x="5377" y="15218"/>
                  </a:cubicBezTo>
                  <a:lnTo>
                    <a:pt x="5833" y="15218"/>
                  </a:lnTo>
                  <a:cubicBezTo>
                    <a:pt x="6114" y="15088"/>
                    <a:pt x="6310" y="14828"/>
                    <a:pt x="6375" y="14546"/>
                  </a:cubicBezTo>
                  <a:cubicBezTo>
                    <a:pt x="7675" y="15414"/>
                    <a:pt x="9215" y="15891"/>
                    <a:pt x="10797" y="15891"/>
                  </a:cubicBezTo>
                  <a:cubicBezTo>
                    <a:pt x="12142" y="15891"/>
                    <a:pt x="13464" y="15544"/>
                    <a:pt x="14635" y="14915"/>
                  </a:cubicBezTo>
                  <a:cubicBezTo>
                    <a:pt x="14635" y="14893"/>
                    <a:pt x="14635" y="14893"/>
                    <a:pt x="14635" y="14893"/>
                  </a:cubicBezTo>
                  <a:cubicBezTo>
                    <a:pt x="14723" y="14629"/>
                    <a:pt x="14554" y="14451"/>
                    <a:pt x="14383" y="14451"/>
                  </a:cubicBezTo>
                  <a:cubicBezTo>
                    <a:pt x="14343" y="14451"/>
                    <a:pt x="14303" y="14461"/>
                    <a:pt x="14266" y="14481"/>
                  </a:cubicBezTo>
                  <a:cubicBezTo>
                    <a:pt x="13182" y="15045"/>
                    <a:pt x="11990" y="15349"/>
                    <a:pt x="10776" y="15349"/>
                  </a:cubicBezTo>
                  <a:cubicBezTo>
                    <a:pt x="4987" y="15349"/>
                    <a:pt x="738" y="8671"/>
                    <a:pt x="5312" y="2622"/>
                  </a:cubicBezTo>
                  <a:cubicBezTo>
                    <a:pt x="5356" y="2557"/>
                    <a:pt x="5399" y="2514"/>
                    <a:pt x="5442" y="2492"/>
                  </a:cubicBezTo>
                  <a:cubicBezTo>
                    <a:pt x="7235" y="1135"/>
                    <a:pt x="9081" y="551"/>
                    <a:pt x="10792" y="551"/>
                  </a:cubicBezTo>
                  <a:cubicBezTo>
                    <a:pt x="14874" y="551"/>
                    <a:pt x="18190" y="3876"/>
                    <a:pt x="18190" y="7955"/>
                  </a:cubicBezTo>
                  <a:cubicBezTo>
                    <a:pt x="18190" y="9105"/>
                    <a:pt x="17909" y="10254"/>
                    <a:pt x="17388" y="11273"/>
                  </a:cubicBezTo>
                  <a:cubicBezTo>
                    <a:pt x="16868" y="12313"/>
                    <a:pt x="16131" y="13202"/>
                    <a:pt x="15199" y="13896"/>
                  </a:cubicBezTo>
                  <a:cubicBezTo>
                    <a:pt x="15199" y="13896"/>
                    <a:pt x="15199" y="13896"/>
                    <a:pt x="15199" y="13918"/>
                  </a:cubicBezTo>
                  <a:cubicBezTo>
                    <a:pt x="15152" y="14168"/>
                    <a:pt x="15297" y="14305"/>
                    <a:pt x="15454" y="14305"/>
                  </a:cubicBezTo>
                  <a:cubicBezTo>
                    <a:pt x="15515" y="14305"/>
                    <a:pt x="15578" y="14285"/>
                    <a:pt x="15632" y="14243"/>
                  </a:cubicBezTo>
                  <a:cubicBezTo>
                    <a:pt x="16564" y="13527"/>
                    <a:pt x="17345" y="12573"/>
                    <a:pt x="17887" y="11511"/>
                  </a:cubicBezTo>
                  <a:cubicBezTo>
                    <a:pt x="19405" y="8454"/>
                    <a:pt x="18819" y="4768"/>
                    <a:pt x="16391" y="2340"/>
                  </a:cubicBezTo>
                  <a:lnTo>
                    <a:pt x="16413" y="2319"/>
                  </a:lnTo>
                  <a:cubicBezTo>
                    <a:pt x="14874" y="780"/>
                    <a:pt x="12841" y="0"/>
                    <a:pt x="10802" y="0"/>
                  </a:cubicBezTo>
                  <a:close/>
                </a:path>
              </a:pathLst>
            </a:custGeom>
            <a:grpFill/>
            <a:ln w="28575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9B7319B-FE2F-4EA1-0DD4-1571105BB5C7}"/>
              </a:ext>
            </a:extLst>
          </p:cNvPr>
          <p:cNvSpPr/>
          <p:nvPr/>
        </p:nvSpPr>
        <p:spPr>
          <a:xfrm>
            <a:off x="1777871" y="560520"/>
            <a:ext cx="1524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G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aps</a:t>
            </a:r>
            <a:endParaRPr lang="en-US" sz="3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A417B-1672-007A-6225-3A194DC8839B}"/>
              </a:ext>
            </a:extLst>
          </p:cNvPr>
          <p:cNvSpPr txBox="1"/>
          <p:nvPr/>
        </p:nvSpPr>
        <p:spPr>
          <a:xfrm>
            <a:off x="1777871" y="2400300"/>
            <a:ext cx="15240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No structured club/community governance → Ownership &amp; role distribution unclear.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Manual/fragmented registration &amp; check-in → Queues, errors, and delays in reporting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Lack of personalized discovery → Irrelevant event suggestions, low attendance.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No verifiable certificate support → Achievements not portfolio-ready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Disconnected event history &amp; records → Attendance, certificates, and participation scattered 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Inefficient payment flow → Friction in local payments, refunds, and cancellations.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Weak support &amp; feedback loop → Slow issue resolution, limited user-driven improvement.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9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0FF07-7665-0253-F7CE-B4BC22E7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296;p65"/>
          <p:cNvGrpSpPr/>
          <p:nvPr/>
        </p:nvGrpSpPr>
        <p:grpSpPr>
          <a:xfrm>
            <a:off x="561944" y="723900"/>
            <a:ext cx="1038256" cy="1008380"/>
            <a:chOff x="1694550" y="1383475"/>
            <a:chExt cx="485125" cy="458525"/>
          </a:xfrm>
          <a:solidFill>
            <a:schemeClr val="accent5">
              <a:lumMod val="50000"/>
            </a:schemeClr>
          </a:solidFill>
        </p:grpSpPr>
        <p:sp>
          <p:nvSpPr>
            <p:cNvPr id="3" name="Google Shape;1297;p65"/>
            <p:cNvSpPr/>
            <p:nvPr/>
          </p:nvSpPr>
          <p:spPr>
            <a:xfrm>
              <a:off x="1769350" y="1436000"/>
              <a:ext cx="340950" cy="292175"/>
            </a:xfrm>
            <a:custGeom>
              <a:avLst/>
              <a:gdLst/>
              <a:ahLst/>
              <a:cxnLst/>
              <a:rect l="l" t="t" r="r" b="b"/>
              <a:pathLst>
                <a:path w="13638" h="11687" extrusionOk="0">
                  <a:moveTo>
                    <a:pt x="6721" y="651"/>
                  </a:moveTo>
                  <a:lnTo>
                    <a:pt x="6721" y="673"/>
                  </a:lnTo>
                  <a:cubicBezTo>
                    <a:pt x="6461" y="1020"/>
                    <a:pt x="6266" y="1410"/>
                    <a:pt x="6114" y="1822"/>
                  </a:cubicBezTo>
                  <a:cubicBezTo>
                    <a:pt x="6006" y="2169"/>
                    <a:pt x="5897" y="2516"/>
                    <a:pt x="5811" y="2884"/>
                  </a:cubicBezTo>
                  <a:lnTo>
                    <a:pt x="3404" y="2884"/>
                  </a:lnTo>
                  <a:cubicBezTo>
                    <a:pt x="4185" y="1735"/>
                    <a:pt x="5377" y="933"/>
                    <a:pt x="6721" y="651"/>
                  </a:cubicBezTo>
                  <a:close/>
                  <a:moveTo>
                    <a:pt x="7805" y="543"/>
                  </a:moveTo>
                  <a:lnTo>
                    <a:pt x="7805" y="564"/>
                  </a:lnTo>
                  <a:cubicBezTo>
                    <a:pt x="8347" y="564"/>
                    <a:pt x="8889" y="1432"/>
                    <a:pt x="9236" y="2884"/>
                  </a:cubicBezTo>
                  <a:lnTo>
                    <a:pt x="6374" y="2884"/>
                  </a:lnTo>
                  <a:cubicBezTo>
                    <a:pt x="6721" y="1432"/>
                    <a:pt x="7285" y="543"/>
                    <a:pt x="7805" y="543"/>
                  </a:cubicBezTo>
                  <a:close/>
                  <a:moveTo>
                    <a:pt x="8889" y="651"/>
                  </a:moveTo>
                  <a:lnTo>
                    <a:pt x="8889" y="651"/>
                  </a:lnTo>
                  <a:cubicBezTo>
                    <a:pt x="10234" y="933"/>
                    <a:pt x="11426" y="1735"/>
                    <a:pt x="12185" y="2884"/>
                  </a:cubicBezTo>
                  <a:lnTo>
                    <a:pt x="9778" y="2884"/>
                  </a:lnTo>
                  <a:cubicBezTo>
                    <a:pt x="9713" y="2516"/>
                    <a:pt x="9605" y="2169"/>
                    <a:pt x="9475" y="1822"/>
                  </a:cubicBezTo>
                  <a:cubicBezTo>
                    <a:pt x="9345" y="1410"/>
                    <a:pt x="9150" y="1020"/>
                    <a:pt x="8889" y="651"/>
                  </a:cubicBezTo>
                  <a:close/>
                  <a:moveTo>
                    <a:pt x="5702" y="3426"/>
                  </a:moveTo>
                  <a:cubicBezTo>
                    <a:pt x="5594" y="4120"/>
                    <a:pt x="5529" y="4835"/>
                    <a:pt x="5507" y="5573"/>
                  </a:cubicBezTo>
                  <a:lnTo>
                    <a:pt x="2537" y="5573"/>
                  </a:lnTo>
                  <a:cubicBezTo>
                    <a:pt x="2559" y="4814"/>
                    <a:pt x="2754" y="4077"/>
                    <a:pt x="3101" y="3426"/>
                  </a:cubicBezTo>
                  <a:close/>
                  <a:moveTo>
                    <a:pt x="9345" y="3426"/>
                  </a:moveTo>
                  <a:cubicBezTo>
                    <a:pt x="9475" y="4120"/>
                    <a:pt x="9540" y="4835"/>
                    <a:pt x="9540" y="5573"/>
                  </a:cubicBezTo>
                  <a:lnTo>
                    <a:pt x="6071" y="5573"/>
                  </a:lnTo>
                  <a:cubicBezTo>
                    <a:pt x="6071" y="4835"/>
                    <a:pt x="6136" y="4120"/>
                    <a:pt x="6266" y="3426"/>
                  </a:cubicBezTo>
                  <a:close/>
                  <a:moveTo>
                    <a:pt x="12510" y="3426"/>
                  </a:moveTo>
                  <a:cubicBezTo>
                    <a:pt x="12857" y="4077"/>
                    <a:pt x="13052" y="4814"/>
                    <a:pt x="13095" y="5573"/>
                  </a:cubicBezTo>
                  <a:lnTo>
                    <a:pt x="10104" y="5573"/>
                  </a:lnTo>
                  <a:cubicBezTo>
                    <a:pt x="10104" y="4835"/>
                    <a:pt x="10038" y="4120"/>
                    <a:pt x="9908" y="3426"/>
                  </a:cubicBezTo>
                  <a:close/>
                  <a:moveTo>
                    <a:pt x="5529" y="6093"/>
                  </a:moveTo>
                  <a:cubicBezTo>
                    <a:pt x="5551" y="6830"/>
                    <a:pt x="5616" y="7567"/>
                    <a:pt x="5724" y="8283"/>
                  </a:cubicBezTo>
                  <a:lnTo>
                    <a:pt x="3101" y="8283"/>
                  </a:lnTo>
                  <a:cubicBezTo>
                    <a:pt x="2732" y="7611"/>
                    <a:pt x="2537" y="6873"/>
                    <a:pt x="2494" y="6093"/>
                  </a:cubicBezTo>
                  <a:close/>
                  <a:moveTo>
                    <a:pt x="9562" y="6115"/>
                  </a:moveTo>
                  <a:cubicBezTo>
                    <a:pt x="9562" y="6830"/>
                    <a:pt x="9496" y="7567"/>
                    <a:pt x="9366" y="8304"/>
                  </a:cubicBezTo>
                  <a:lnTo>
                    <a:pt x="6244" y="8304"/>
                  </a:lnTo>
                  <a:cubicBezTo>
                    <a:pt x="6114" y="7567"/>
                    <a:pt x="6049" y="6830"/>
                    <a:pt x="6049" y="6115"/>
                  </a:cubicBezTo>
                  <a:close/>
                  <a:moveTo>
                    <a:pt x="13117" y="6115"/>
                  </a:moveTo>
                  <a:cubicBezTo>
                    <a:pt x="13074" y="6873"/>
                    <a:pt x="12857" y="7611"/>
                    <a:pt x="12510" y="8283"/>
                  </a:cubicBezTo>
                  <a:lnTo>
                    <a:pt x="12510" y="8304"/>
                  </a:lnTo>
                  <a:lnTo>
                    <a:pt x="9887" y="8304"/>
                  </a:lnTo>
                  <a:cubicBezTo>
                    <a:pt x="9995" y="7567"/>
                    <a:pt x="10060" y="6852"/>
                    <a:pt x="10082" y="6115"/>
                  </a:cubicBezTo>
                  <a:close/>
                  <a:moveTo>
                    <a:pt x="5811" y="8803"/>
                  </a:moveTo>
                  <a:cubicBezTo>
                    <a:pt x="5897" y="9172"/>
                    <a:pt x="6006" y="9518"/>
                    <a:pt x="6114" y="9865"/>
                  </a:cubicBezTo>
                  <a:cubicBezTo>
                    <a:pt x="6266" y="10277"/>
                    <a:pt x="6461" y="10668"/>
                    <a:pt x="6721" y="11014"/>
                  </a:cubicBezTo>
                  <a:cubicBezTo>
                    <a:pt x="5377" y="10733"/>
                    <a:pt x="4185" y="9952"/>
                    <a:pt x="3426" y="8803"/>
                  </a:cubicBezTo>
                  <a:close/>
                  <a:moveTo>
                    <a:pt x="12185" y="8825"/>
                  </a:moveTo>
                  <a:cubicBezTo>
                    <a:pt x="11404" y="9974"/>
                    <a:pt x="10234" y="10754"/>
                    <a:pt x="8889" y="11036"/>
                  </a:cubicBezTo>
                  <a:cubicBezTo>
                    <a:pt x="9150" y="10689"/>
                    <a:pt x="9345" y="10299"/>
                    <a:pt x="9496" y="9887"/>
                  </a:cubicBezTo>
                  <a:cubicBezTo>
                    <a:pt x="9605" y="9540"/>
                    <a:pt x="9713" y="9193"/>
                    <a:pt x="9800" y="8825"/>
                  </a:cubicBezTo>
                  <a:close/>
                  <a:moveTo>
                    <a:pt x="9236" y="8825"/>
                  </a:moveTo>
                  <a:cubicBezTo>
                    <a:pt x="8889" y="10277"/>
                    <a:pt x="8326" y="11166"/>
                    <a:pt x="7805" y="11166"/>
                  </a:cubicBezTo>
                  <a:cubicBezTo>
                    <a:pt x="7285" y="11166"/>
                    <a:pt x="6721" y="10277"/>
                    <a:pt x="6374" y="8825"/>
                  </a:cubicBezTo>
                  <a:close/>
                  <a:moveTo>
                    <a:pt x="7805" y="1"/>
                  </a:moveTo>
                  <a:cubicBezTo>
                    <a:pt x="2602" y="1"/>
                    <a:pt x="0" y="6288"/>
                    <a:pt x="3686" y="9974"/>
                  </a:cubicBezTo>
                  <a:cubicBezTo>
                    <a:pt x="4869" y="11157"/>
                    <a:pt x="6326" y="11687"/>
                    <a:pt x="7756" y="11687"/>
                  </a:cubicBezTo>
                  <a:cubicBezTo>
                    <a:pt x="10755" y="11687"/>
                    <a:pt x="13637" y="9356"/>
                    <a:pt x="13637" y="5833"/>
                  </a:cubicBezTo>
                  <a:cubicBezTo>
                    <a:pt x="13637" y="2624"/>
                    <a:pt x="11014" y="1"/>
                    <a:pt x="7805" y="1"/>
                  </a:cubicBezTo>
                  <a:close/>
                </a:path>
              </a:pathLst>
            </a:custGeom>
            <a:grpFill/>
            <a:ln w="28575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98;p65"/>
            <p:cNvSpPr/>
            <p:nvPr/>
          </p:nvSpPr>
          <p:spPr>
            <a:xfrm>
              <a:off x="1694550" y="1383475"/>
              <a:ext cx="485125" cy="458525"/>
            </a:xfrm>
            <a:custGeom>
              <a:avLst/>
              <a:gdLst/>
              <a:ahLst/>
              <a:cxnLst/>
              <a:rect l="l" t="t" r="r" b="b"/>
              <a:pathLst>
                <a:path w="19405" h="18341" extrusionOk="0">
                  <a:moveTo>
                    <a:pt x="4373" y="12890"/>
                  </a:moveTo>
                  <a:cubicBezTo>
                    <a:pt x="4475" y="12890"/>
                    <a:pt x="4578" y="12923"/>
                    <a:pt x="4662" y="12985"/>
                  </a:cubicBezTo>
                  <a:cubicBezTo>
                    <a:pt x="4814" y="13180"/>
                    <a:pt x="4987" y="13376"/>
                    <a:pt x="5182" y="13571"/>
                  </a:cubicBezTo>
                  <a:cubicBezTo>
                    <a:pt x="5356" y="13744"/>
                    <a:pt x="5551" y="13918"/>
                    <a:pt x="5767" y="14091"/>
                  </a:cubicBezTo>
                  <a:cubicBezTo>
                    <a:pt x="5898" y="14264"/>
                    <a:pt x="5876" y="14503"/>
                    <a:pt x="5724" y="14655"/>
                  </a:cubicBezTo>
                  <a:cubicBezTo>
                    <a:pt x="5702" y="14687"/>
                    <a:pt x="5670" y="14704"/>
                    <a:pt x="5635" y="14704"/>
                  </a:cubicBezTo>
                  <a:cubicBezTo>
                    <a:pt x="5599" y="14704"/>
                    <a:pt x="5562" y="14687"/>
                    <a:pt x="5529" y="14655"/>
                  </a:cubicBezTo>
                  <a:lnTo>
                    <a:pt x="4076" y="13224"/>
                  </a:lnTo>
                  <a:cubicBezTo>
                    <a:pt x="4033" y="13159"/>
                    <a:pt x="4033" y="13072"/>
                    <a:pt x="4076" y="13007"/>
                  </a:cubicBezTo>
                  <a:cubicBezTo>
                    <a:pt x="4155" y="12928"/>
                    <a:pt x="4263" y="12890"/>
                    <a:pt x="4373" y="12890"/>
                  </a:cubicBezTo>
                  <a:close/>
                  <a:moveTo>
                    <a:pt x="10802" y="0"/>
                  </a:moveTo>
                  <a:cubicBezTo>
                    <a:pt x="9020" y="0"/>
                    <a:pt x="7233" y="595"/>
                    <a:pt x="5767" y="1798"/>
                  </a:cubicBezTo>
                  <a:cubicBezTo>
                    <a:pt x="2602" y="4400"/>
                    <a:pt x="1930" y="8953"/>
                    <a:pt x="4185" y="12357"/>
                  </a:cubicBezTo>
                  <a:cubicBezTo>
                    <a:pt x="4011" y="12400"/>
                    <a:pt x="3838" y="12487"/>
                    <a:pt x="3708" y="12638"/>
                  </a:cubicBezTo>
                  <a:cubicBezTo>
                    <a:pt x="3448" y="12899"/>
                    <a:pt x="3448" y="13332"/>
                    <a:pt x="3708" y="13592"/>
                  </a:cubicBezTo>
                  <a:lnTo>
                    <a:pt x="3838" y="13722"/>
                  </a:lnTo>
                  <a:lnTo>
                    <a:pt x="781" y="16411"/>
                  </a:lnTo>
                  <a:cubicBezTo>
                    <a:pt x="0" y="17061"/>
                    <a:pt x="477" y="18340"/>
                    <a:pt x="1496" y="18340"/>
                  </a:cubicBezTo>
                  <a:cubicBezTo>
                    <a:pt x="1692" y="18340"/>
                    <a:pt x="1887" y="18297"/>
                    <a:pt x="2082" y="18232"/>
                  </a:cubicBezTo>
                  <a:cubicBezTo>
                    <a:pt x="2103" y="18232"/>
                    <a:pt x="2103" y="18210"/>
                    <a:pt x="2125" y="18189"/>
                  </a:cubicBezTo>
                  <a:lnTo>
                    <a:pt x="2927" y="17278"/>
                  </a:lnTo>
                  <a:cubicBezTo>
                    <a:pt x="2927" y="17278"/>
                    <a:pt x="2927" y="17256"/>
                    <a:pt x="2927" y="17256"/>
                  </a:cubicBezTo>
                  <a:cubicBezTo>
                    <a:pt x="2927" y="17032"/>
                    <a:pt x="2791" y="16925"/>
                    <a:pt x="2654" y="16925"/>
                  </a:cubicBezTo>
                  <a:cubicBezTo>
                    <a:pt x="2579" y="16925"/>
                    <a:pt x="2504" y="16957"/>
                    <a:pt x="2450" y="17018"/>
                  </a:cubicBezTo>
                  <a:lnTo>
                    <a:pt x="1865" y="17690"/>
                  </a:lnTo>
                  <a:cubicBezTo>
                    <a:pt x="1757" y="17762"/>
                    <a:pt x="1639" y="17796"/>
                    <a:pt x="1524" y="17796"/>
                  </a:cubicBezTo>
                  <a:cubicBezTo>
                    <a:pt x="1294" y="17796"/>
                    <a:pt x="1077" y="17661"/>
                    <a:pt x="976" y="17430"/>
                  </a:cubicBezTo>
                  <a:cubicBezTo>
                    <a:pt x="889" y="17213"/>
                    <a:pt x="954" y="16953"/>
                    <a:pt x="1150" y="16801"/>
                  </a:cubicBezTo>
                  <a:lnTo>
                    <a:pt x="4250" y="14091"/>
                  </a:lnTo>
                  <a:lnTo>
                    <a:pt x="4640" y="14503"/>
                  </a:lnTo>
                  <a:lnTo>
                    <a:pt x="3274" y="16086"/>
                  </a:lnTo>
                  <a:cubicBezTo>
                    <a:pt x="3253" y="16086"/>
                    <a:pt x="3253" y="16086"/>
                    <a:pt x="3274" y="16107"/>
                  </a:cubicBezTo>
                  <a:cubicBezTo>
                    <a:pt x="3274" y="16332"/>
                    <a:pt x="3411" y="16438"/>
                    <a:pt x="3548" y="16438"/>
                  </a:cubicBezTo>
                  <a:cubicBezTo>
                    <a:pt x="3623" y="16438"/>
                    <a:pt x="3698" y="16407"/>
                    <a:pt x="3751" y="16346"/>
                  </a:cubicBezTo>
                  <a:lnTo>
                    <a:pt x="5009" y="14893"/>
                  </a:lnTo>
                  <a:lnTo>
                    <a:pt x="5334" y="15197"/>
                  </a:lnTo>
                  <a:cubicBezTo>
                    <a:pt x="5334" y="15218"/>
                    <a:pt x="5356" y="15218"/>
                    <a:pt x="5377" y="15218"/>
                  </a:cubicBezTo>
                  <a:lnTo>
                    <a:pt x="5833" y="15218"/>
                  </a:lnTo>
                  <a:cubicBezTo>
                    <a:pt x="6114" y="15088"/>
                    <a:pt x="6310" y="14828"/>
                    <a:pt x="6375" y="14546"/>
                  </a:cubicBezTo>
                  <a:cubicBezTo>
                    <a:pt x="7675" y="15414"/>
                    <a:pt x="9215" y="15891"/>
                    <a:pt x="10797" y="15891"/>
                  </a:cubicBezTo>
                  <a:cubicBezTo>
                    <a:pt x="12142" y="15891"/>
                    <a:pt x="13464" y="15544"/>
                    <a:pt x="14635" y="14915"/>
                  </a:cubicBezTo>
                  <a:cubicBezTo>
                    <a:pt x="14635" y="14893"/>
                    <a:pt x="14635" y="14893"/>
                    <a:pt x="14635" y="14893"/>
                  </a:cubicBezTo>
                  <a:cubicBezTo>
                    <a:pt x="14723" y="14629"/>
                    <a:pt x="14554" y="14451"/>
                    <a:pt x="14383" y="14451"/>
                  </a:cubicBezTo>
                  <a:cubicBezTo>
                    <a:pt x="14343" y="14451"/>
                    <a:pt x="14303" y="14461"/>
                    <a:pt x="14266" y="14481"/>
                  </a:cubicBezTo>
                  <a:cubicBezTo>
                    <a:pt x="13182" y="15045"/>
                    <a:pt x="11990" y="15349"/>
                    <a:pt x="10776" y="15349"/>
                  </a:cubicBezTo>
                  <a:cubicBezTo>
                    <a:pt x="4987" y="15349"/>
                    <a:pt x="738" y="8671"/>
                    <a:pt x="5312" y="2622"/>
                  </a:cubicBezTo>
                  <a:cubicBezTo>
                    <a:pt x="5356" y="2557"/>
                    <a:pt x="5399" y="2514"/>
                    <a:pt x="5442" y="2492"/>
                  </a:cubicBezTo>
                  <a:cubicBezTo>
                    <a:pt x="7235" y="1135"/>
                    <a:pt x="9081" y="551"/>
                    <a:pt x="10792" y="551"/>
                  </a:cubicBezTo>
                  <a:cubicBezTo>
                    <a:pt x="14874" y="551"/>
                    <a:pt x="18190" y="3876"/>
                    <a:pt x="18190" y="7955"/>
                  </a:cubicBezTo>
                  <a:cubicBezTo>
                    <a:pt x="18190" y="9105"/>
                    <a:pt x="17909" y="10254"/>
                    <a:pt x="17388" y="11273"/>
                  </a:cubicBezTo>
                  <a:cubicBezTo>
                    <a:pt x="16868" y="12313"/>
                    <a:pt x="16131" y="13202"/>
                    <a:pt x="15199" y="13896"/>
                  </a:cubicBezTo>
                  <a:cubicBezTo>
                    <a:pt x="15199" y="13896"/>
                    <a:pt x="15199" y="13896"/>
                    <a:pt x="15199" y="13918"/>
                  </a:cubicBezTo>
                  <a:cubicBezTo>
                    <a:pt x="15152" y="14168"/>
                    <a:pt x="15297" y="14305"/>
                    <a:pt x="15454" y="14305"/>
                  </a:cubicBezTo>
                  <a:cubicBezTo>
                    <a:pt x="15515" y="14305"/>
                    <a:pt x="15578" y="14285"/>
                    <a:pt x="15632" y="14243"/>
                  </a:cubicBezTo>
                  <a:cubicBezTo>
                    <a:pt x="16564" y="13527"/>
                    <a:pt x="17345" y="12573"/>
                    <a:pt x="17887" y="11511"/>
                  </a:cubicBezTo>
                  <a:cubicBezTo>
                    <a:pt x="19405" y="8454"/>
                    <a:pt x="18819" y="4768"/>
                    <a:pt x="16391" y="2340"/>
                  </a:cubicBezTo>
                  <a:lnTo>
                    <a:pt x="16413" y="2319"/>
                  </a:lnTo>
                  <a:cubicBezTo>
                    <a:pt x="14874" y="780"/>
                    <a:pt x="12841" y="0"/>
                    <a:pt x="10802" y="0"/>
                  </a:cubicBezTo>
                  <a:close/>
                </a:path>
              </a:pathLst>
            </a:custGeom>
            <a:grpFill/>
            <a:ln w="28575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A3E5B21C-4D38-CE22-6243-0DCFAF619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25" y="1997303"/>
            <a:ext cx="11506200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Super Admin setup with role-based permissions ensures clear ownership and accountability.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Smart Event Management &amp; QR Check-in for centralized creation, instant attendance, and error-free reporting.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Rule-Based Personalized Discovery using department, interest, past participation, and trends.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0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Auto-generated, attendance-linked, verifiable certificates that are portfolio-ready.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Unified dashboard for all participation, certificates, and tickets in one place.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Unified Ticketing &amp; Local Payment Integration with smooth checkout (bKash/Rocket), refunds &amp; cancellations supported.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In-app support and feedback system for faster resolution and user-driven growth.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8A26DF-076F-7F5A-454E-2D227C1B1BEA}"/>
              </a:ext>
            </a:extLst>
          </p:cNvPr>
          <p:cNvSpPr/>
          <p:nvPr/>
        </p:nvSpPr>
        <p:spPr>
          <a:xfrm>
            <a:off x="1779336" y="839412"/>
            <a:ext cx="1524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M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otives Will Be Covered</a:t>
            </a:r>
          </a:p>
        </p:txBody>
      </p:sp>
      <p:pic>
        <p:nvPicPr>
          <p:cNvPr id="19" name="Picture 18" descr="A person with a white shirt and blue and white stripes&#10;&#10;AI-generated content may be incorrect.">
            <a:extLst>
              <a:ext uri="{FF2B5EF4-FFF2-40B4-BE49-F238E27FC236}">
                <a16:creationId xmlns:a16="http://schemas.microsoft.com/office/drawing/2014/main" id="{3AFC9B57-B5BE-32DA-C0A6-09F8D2ABD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5536418"/>
            <a:ext cx="6606971" cy="475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1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D6F59-F9F6-0C4D-75F1-9C986D1D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1323;p81">
            <a:extLst>
              <a:ext uri="{FF2B5EF4-FFF2-40B4-BE49-F238E27FC236}">
                <a16:creationId xmlns:a16="http://schemas.microsoft.com/office/drawing/2014/main" id="{6022D180-76CE-D42F-9D5F-5FDD1203E684}"/>
              </a:ext>
            </a:extLst>
          </p:cNvPr>
          <p:cNvGrpSpPr/>
          <p:nvPr/>
        </p:nvGrpSpPr>
        <p:grpSpPr>
          <a:xfrm>
            <a:off x="838200" y="571500"/>
            <a:ext cx="899931" cy="1155609"/>
            <a:chOff x="1767069" y="3360146"/>
            <a:chExt cx="286324" cy="348163"/>
          </a:xfrm>
        </p:grpSpPr>
        <p:sp>
          <p:nvSpPr>
            <p:cNvPr id="3" name="Google Shape;11324;p81">
              <a:extLst>
                <a:ext uri="{FF2B5EF4-FFF2-40B4-BE49-F238E27FC236}">
                  <a16:creationId xmlns:a16="http://schemas.microsoft.com/office/drawing/2014/main" id="{5F468490-D01C-D92B-4C96-23F900DB989E}"/>
                </a:ext>
              </a:extLst>
            </p:cNvPr>
            <p:cNvSpPr/>
            <p:nvPr/>
          </p:nvSpPr>
          <p:spPr>
            <a:xfrm>
              <a:off x="1767069" y="3404277"/>
              <a:ext cx="228223" cy="304033"/>
            </a:xfrm>
            <a:custGeom>
              <a:avLst/>
              <a:gdLst/>
              <a:ahLst/>
              <a:cxnLst/>
              <a:rect l="l" t="t" r="r" b="b"/>
              <a:pathLst>
                <a:path w="7204" h="9597" extrusionOk="0">
                  <a:moveTo>
                    <a:pt x="2072" y="7537"/>
                  </a:moveTo>
                  <a:lnTo>
                    <a:pt x="2072" y="9049"/>
                  </a:lnTo>
                  <a:lnTo>
                    <a:pt x="572" y="7537"/>
                  </a:ln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7382"/>
                  </a:lnTo>
                  <a:cubicBezTo>
                    <a:pt x="0" y="7418"/>
                    <a:pt x="12" y="7465"/>
                    <a:pt x="48" y="7501"/>
                  </a:cubicBezTo>
                  <a:lnTo>
                    <a:pt x="2096" y="9549"/>
                  </a:lnTo>
                  <a:cubicBezTo>
                    <a:pt x="2132" y="9585"/>
                    <a:pt x="2179" y="9597"/>
                    <a:pt x="2215" y="9597"/>
                  </a:cubicBezTo>
                  <a:lnTo>
                    <a:pt x="7025" y="9597"/>
                  </a:lnTo>
                  <a:cubicBezTo>
                    <a:pt x="7120" y="9597"/>
                    <a:pt x="7192" y="9513"/>
                    <a:pt x="7192" y="9430"/>
                  </a:cubicBezTo>
                  <a:lnTo>
                    <a:pt x="7192" y="7811"/>
                  </a:lnTo>
                  <a:cubicBezTo>
                    <a:pt x="7204" y="7715"/>
                    <a:pt x="7132" y="7644"/>
                    <a:pt x="7037" y="7644"/>
                  </a:cubicBezTo>
                  <a:cubicBezTo>
                    <a:pt x="6954" y="7644"/>
                    <a:pt x="6882" y="7715"/>
                    <a:pt x="6882" y="7811"/>
                  </a:cubicBezTo>
                  <a:lnTo>
                    <a:pt x="6882" y="9263"/>
                  </a:lnTo>
                  <a:lnTo>
                    <a:pt x="2382" y="9263"/>
                  </a:lnTo>
                  <a:lnTo>
                    <a:pt x="2382" y="7382"/>
                  </a:lnTo>
                  <a:cubicBezTo>
                    <a:pt x="2382" y="7287"/>
                    <a:pt x="2310" y="7215"/>
                    <a:pt x="2215" y="7215"/>
                  </a:cubicBezTo>
                  <a:lnTo>
                    <a:pt x="334" y="7215"/>
                  </a:lnTo>
                  <a:lnTo>
                    <a:pt x="334" y="322"/>
                  </a:lnTo>
                  <a:lnTo>
                    <a:pt x="1858" y="322"/>
                  </a:lnTo>
                  <a:cubicBezTo>
                    <a:pt x="1953" y="322"/>
                    <a:pt x="2024" y="250"/>
                    <a:pt x="2024" y="155"/>
                  </a:cubicBezTo>
                  <a:cubicBezTo>
                    <a:pt x="2024" y="72"/>
                    <a:pt x="1953" y="0"/>
                    <a:pt x="1858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325;p81">
              <a:extLst>
                <a:ext uri="{FF2B5EF4-FFF2-40B4-BE49-F238E27FC236}">
                  <a16:creationId xmlns:a16="http://schemas.microsoft.com/office/drawing/2014/main" id="{97170CCB-E8C9-40FC-6676-F2763EC5807A}"/>
                </a:ext>
              </a:extLst>
            </p:cNvPr>
            <p:cNvSpPr/>
            <p:nvPr/>
          </p:nvSpPr>
          <p:spPr>
            <a:xfrm>
              <a:off x="1799509" y="3360146"/>
              <a:ext cx="253884" cy="276883"/>
            </a:xfrm>
            <a:custGeom>
              <a:avLst/>
              <a:gdLst/>
              <a:ahLst/>
              <a:cxnLst/>
              <a:rect l="l" t="t" r="r" b="b"/>
              <a:pathLst>
                <a:path w="8014" h="8740" extrusionOk="0">
                  <a:moveTo>
                    <a:pt x="4406" y="3751"/>
                  </a:moveTo>
                  <a:cubicBezTo>
                    <a:pt x="4525" y="3870"/>
                    <a:pt x="4680" y="3965"/>
                    <a:pt x="4822" y="4048"/>
                  </a:cubicBezTo>
                  <a:lnTo>
                    <a:pt x="4822" y="4132"/>
                  </a:lnTo>
                  <a:lnTo>
                    <a:pt x="334" y="4132"/>
                  </a:lnTo>
                  <a:lnTo>
                    <a:pt x="334" y="3751"/>
                  </a:lnTo>
                  <a:close/>
                  <a:moveTo>
                    <a:pt x="5870" y="0"/>
                  </a:moveTo>
                  <a:cubicBezTo>
                    <a:pt x="4941" y="0"/>
                    <a:pt x="4156" y="583"/>
                    <a:pt x="3846" y="1405"/>
                  </a:cubicBezTo>
                  <a:lnTo>
                    <a:pt x="1477" y="1405"/>
                  </a:lnTo>
                  <a:cubicBezTo>
                    <a:pt x="1393" y="1405"/>
                    <a:pt x="1310" y="1476"/>
                    <a:pt x="1310" y="1572"/>
                  </a:cubicBezTo>
                  <a:cubicBezTo>
                    <a:pt x="1310" y="1655"/>
                    <a:pt x="1393" y="1726"/>
                    <a:pt x="1477" y="1726"/>
                  </a:cubicBezTo>
                  <a:lnTo>
                    <a:pt x="3739" y="1726"/>
                  </a:lnTo>
                  <a:cubicBezTo>
                    <a:pt x="3715" y="1869"/>
                    <a:pt x="3691" y="2012"/>
                    <a:pt x="3691" y="2167"/>
                  </a:cubicBezTo>
                  <a:cubicBezTo>
                    <a:pt x="3691" y="2643"/>
                    <a:pt x="3858" y="3084"/>
                    <a:pt x="4108" y="3441"/>
                  </a:cubicBezTo>
                  <a:lnTo>
                    <a:pt x="167" y="3441"/>
                  </a:lnTo>
                  <a:cubicBezTo>
                    <a:pt x="84" y="3441"/>
                    <a:pt x="0" y="3512"/>
                    <a:pt x="0" y="3608"/>
                  </a:cubicBezTo>
                  <a:lnTo>
                    <a:pt x="0" y="4310"/>
                  </a:lnTo>
                  <a:cubicBezTo>
                    <a:pt x="0" y="4393"/>
                    <a:pt x="84" y="4465"/>
                    <a:pt x="167" y="4465"/>
                  </a:cubicBezTo>
                  <a:lnTo>
                    <a:pt x="4977" y="4465"/>
                  </a:lnTo>
                  <a:cubicBezTo>
                    <a:pt x="5061" y="4465"/>
                    <a:pt x="5144" y="4393"/>
                    <a:pt x="5144" y="4310"/>
                  </a:cubicBezTo>
                  <a:lnTo>
                    <a:pt x="5144" y="4203"/>
                  </a:lnTo>
                  <a:cubicBezTo>
                    <a:pt x="5358" y="4274"/>
                    <a:pt x="5596" y="4322"/>
                    <a:pt x="5834" y="4322"/>
                  </a:cubicBezTo>
                  <a:lnTo>
                    <a:pt x="5834" y="8573"/>
                  </a:lnTo>
                  <a:cubicBezTo>
                    <a:pt x="5834" y="8668"/>
                    <a:pt x="5918" y="8739"/>
                    <a:pt x="6001" y="8739"/>
                  </a:cubicBezTo>
                  <a:cubicBezTo>
                    <a:pt x="6096" y="8739"/>
                    <a:pt x="6168" y="8668"/>
                    <a:pt x="6168" y="8573"/>
                  </a:cubicBezTo>
                  <a:lnTo>
                    <a:pt x="6168" y="4286"/>
                  </a:lnTo>
                  <a:cubicBezTo>
                    <a:pt x="6549" y="4227"/>
                    <a:pt x="6906" y="4084"/>
                    <a:pt x="7204" y="3834"/>
                  </a:cubicBezTo>
                  <a:cubicBezTo>
                    <a:pt x="7585" y="3512"/>
                    <a:pt x="7847" y="3096"/>
                    <a:pt x="7954" y="2619"/>
                  </a:cubicBezTo>
                  <a:cubicBezTo>
                    <a:pt x="7978" y="2536"/>
                    <a:pt x="7918" y="2441"/>
                    <a:pt x="7835" y="2429"/>
                  </a:cubicBezTo>
                  <a:cubicBezTo>
                    <a:pt x="7825" y="2428"/>
                    <a:pt x="7815" y="2427"/>
                    <a:pt x="7806" y="2427"/>
                  </a:cubicBezTo>
                  <a:cubicBezTo>
                    <a:pt x="7723" y="2427"/>
                    <a:pt x="7655" y="2473"/>
                    <a:pt x="7644" y="2548"/>
                  </a:cubicBezTo>
                  <a:cubicBezTo>
                    <a:pt x="7466" y="3381"/>
                    <a:pt x="6704" y="3989"/>
                    <a:pt x="5858" y="3989"/>
                  </a:cubicBezTo>
                  <a:cubicBezTo>
                    <a:pt x="4846" y="3989"/>
                    <a:pt x="4025" y="3179"/>
                    <a:pt x="4025" y="2167"/>
                  </a:cubicBezTo>
                  <a:cubicBezTo>
                    <a:pt x="4025" y="1155"/>
                    <a:pt x="4846" y="333"/>
                    <a:pt x="5858" y="333"/>
                  </a:cubicBezTo>
                  <a:cubicBezTo>
                    <a:pt x="6787" y="333"/>
                    <a:pt x="7585" y="1048"/>
                    <a:pt x="7680" y="1965"/>
                  </a:cubicBezTo>
                  <a:cubicBezTo>
                    <a:pt x="7704" y="2060"/>
                    <a:pt x="7775" y="2119"/>
                    <a:pt x="7858" y="2119"/>
                  </a:cubicBezTo>
                  <a:cubicBezTo>
                    <a:pt x="7954" y="2107"/>
                    <a:pt x="8013" y="2024"/>
                    <a:pt x="8013" y="1941"/>
                  </a:cubicBezTo>
                  <a:cubicBezTo>
                    <a:pt x="7954" y="1417"/>
                    <a:pt x="7716" y="929"/>
                    <a:pt x="7311" y="572"/>
                  </a:cubicBezTo>
                  <a:cubicBezTo>
                    <a:pt x="6906" y="214"/>
                    <a:pt x="6406" y="0"/>
                    <a:pt x="5870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326;p81">
              <a:extLst>
                <a:ext uri="{FF2B5EF4-FFF2-40B4-BE49-F238E27FC236}">
                  <a16:creationId xmlns:a16="http://schemas.microsoft.com/office/drawing/2014/main" id="{A8BC81A4-9668-8D75-1F9D-F1238E232AF3}"/>
                </a:ext>
              </a:extLst>
            </p:cNvPr>
            <p:cNvSpPr/>
            <p:nvPr/>
          </p:nvSpPr>
          <p:spPr>
            <a:xfrm>
              <a:off x="1948120" y="3388532"/>
              <a:ext cx="78852" cy="75367"/>
            </a:xfrm>
            <a:custGeom>
              <a:avLst/>
              <a:gdLst/>
              <a:ahLst/>
              <a:cxnLst/>
              <a:rect l="l" t="t" r="r" b="b"/>
              <a:pathLst>
                <a:path w="2489" h="2379" extrusionOk="0">
                  <a:moveTo>
                    <a:pt x="1513" y="330"/>
                  </a:moveTo>
                  <a:cubicBezTo>
                    <a:pt x="1667" y="330"/>
                    <a:pt x="1798" y="390"/>
                    <a:pt x="1917" y="497"/>
                  </a:cubicBezTo>
                  <a:cubicBezTo>
                    <a:pt x="2132" y="700"/>
                    <a:pt x="2132" y="1057"/>
                    <a:pt x="1905" y="1283"/>
                  </a:cubicBezTo>
                  <a:cubicBezTo>
                    <a:pt x="1792" y="1396"/>
                    <a:pt x="1646" y="1453"/>
                    <a:pt x="1504" y="1453"/>
                  </a:cubicBezTo>
                  <a:cubicBezTo>
                    <a:pt x="1361" y="1453"/>
                    <a:pt x="1221" y="1396"/>
                    <a:pt x="1120" y="1283"/>
                  </a:cubicBezTo>
                  <a:cubicBezTo>
                    <a:pt x="893" y="1057"/>
                    <a:pt x="893" y="700"/>
                    <a:pt x="1120" y="497"/>
                  </a:cubicBezTo>
                  <a:cubicBezTo>
                    <a:pt x="1215" y="390"/>
                    <a:pt x="1370" y="330"/>
                    <a:pt x="1513" y="330"/>
                  </a:cubicBezTo>
                  <a:close/>
                  <a:moveTo>
                    <a:pt x="1518" y="0"/>
                  </a:moveTo>
                  <a:cubicBezTo>
                    <a:pt x="1292" y="0"/>
                    <a:pt x="1066" y="86"/>
                    <a:pt x="893" y="259"/>
                  </a:cubicBezTo>
                  <a:cubicBezTo>
                    <a:pt x="584" y="569"/>
                    <a:pt x="548" y="1033"/>
                    <a:pt x="786" y="1390"/>
                  </a:cubicBezTo>
                  <a:lnTo>
                    <a:pt x="60" y="2116"/>
                  </a:lnTo>
                  <a:cubicBezTo>
                    <a:pt x="0" y="2176"/>
                    <a:pt x="0" y="2283"/>
                    <a:pt x="60" y="2343"/>
                  </a:cubicBezTo>
                  <a:cubicBezTo>
                    <a:pt x="96" y="2366"/>
                    <a:pt x="131" y="2378"/>
                    <a:pt x="179" y="2378"/>
                  </a:cubicBezTo>
                  <a:cubicBezTo>
                    <a:pt x="227" y="2378"/>
                    <a:pt x="274" y="2366"/>
                    <a:pt x="298" y="2343"/>
                  </a:cubicBezTo>
                  <a:lnTo>
                    <a:pt x="1024" y="1604"/>
                  </a:lnTo>
                  <a:cubicBezTo>
                    <a:pt x="1179" y="1712"/>
                    <a:pt x="1358" y="1759"/>
                    <a:pt x="1536" y="1759"/>
                  </a:cubicBezTo>
                  <a:cubicBezTo>
                    <a:pt x="1763" y="1759"/>
                    <a:pt x="1977" y="1664"/>
                    <a:pt x="2155" y="1509"/>
                  </a:cubicBezTo>
                  <a:cubicBezTo>
                    <a:pt x="2489" y="1164"/>
                    <a:pt x="2489" y="592"/>
                    <a:pt x="2144" y="259"/>
                  </a:cubicBezTo>
                  <a:cubicBezTo>
                    <a:pt x="1971" y="86"/>
                    <a:pt x="1745" y="0"/>
                    <a:pt x="1518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327;p81">
              <a:extLst>
                <a:ext uri="{FF2B5EF4-FFF2-40B4-BE49-F238E27FC236}">
                  <a16:creationId xmlns:a16="http://schemas.microsoft.com/office/drawing/2014/main" id="{05A6B5CD-6C6E-4B78-46C8-0B239DAF7AE4}"/>
                </a:ext>
              </a:extLst>
            </p:cNvPr>
            <p:cNvSpPr/>
            <p:nvPr/>
          </p:nvSpPr>
          <p:spPr>
            <a:xfrm>
              <a:off x="1800270" y="3513636"/>
              <a:ext cx="162582" cy="10233"/>
            </a:xfrm>
            <a:custGeom>
              <a:avLst/>
              <a:gdLst/>
              <a:ahLst/>
              <a:cxnLst/>
              <a:rect l="l" t="t" r="r" b="b"/>
              <a:pathLst>
                <a:path w="513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4965" y="322"/>
                  </a:lnTo>
                  <a:cubicBezTo>
                    <a:pt x="5060" y="322"/>
                    <a:pt x="5132" y="251"/>
                    <a:pt x="5132" y="156"/>
                  </a:cubicBezTo>
                  <a:cubicBezTo>
                    <a:pt x="5132" y="72"/>
                    <a:pt x="5060" y="1"/>
                    <a:pt x="496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328;p81">
              <a:extLst>
                <a:ext uri="{FF2B5EF4-FFF2-40B4-BE49-F238E27FC236}">
                  <a16:creationId xmlns:a16="http://schemas.microsoft.com/office/drawing/2014/main" id="{A2932901-0B95-BCD3-90C3-1B84284545CF}"/>
                </a:ext>
              </a:extLst>
            </p:cNvPr>
            <p:cNvSpPr/>
            <p:nvPr/>
          </p:nvSpPr>
          <p:spPr>
            <a:xfrm>
              <a:off x="1800270" y="3536287"/>
              <a:ext cx="162582" cy="10201"/>
            </a:xfrm>
            <a:custGeom>
              <a:avLst/>
              <a:gdLst/>
              <a:ahLst/>
              <a:cxnLst/>
              <a:rect l="l" t="t" r="r" b="b"/>
              <a:pathLst>
                <a:path w="5132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4965" y="322"/>
                  </a:lnTo>
                  <a:cubicBezTo>
                    <a:pt x="5060" y="322"/>
                    <a:pt x="5132" y="250"/>
                    <a:pt x="5132" y="155"/>
                  </a:cubicBezTo>
                  <a:cubicBezTo>
                    <a:pt x="5132" y="72"/>
                    <a:pt x="5060" y="0"/>
                    <a:pt x="4965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329;p81">
              <a:extLst>
                <a:ext uri="{FF2B5EF4-FFF2-40B4-BE49-F238E27FC236}">
                  <a16:creationId xmlns:a16="http://schemas.microsoft.com/office/drawing/2014/main" id="{7CF3A205-0424-D3BC-CC60-382EB26FF8C2}"/>
                </a:ext>
              </a:extLst>
            </p:cNvPr>
            <p:cNvSpPr/>
            <p:nvPr/>
          </p:nvSpPr>
          <p:spPr>
            <a:xfrm>
              <a:off x="1800270" y="3558146"/>
              <a:ext cx="162582" cy="10613"/>
            </a:xfrm>
            <a:custGeom>
              <a:avLst/>
              <a:gdLst/>
              <a:ahLst/>
              <a:cxnLst/>
              <a:rect l="l" t="t" r="r" b="b"/>
              <a:pathLst>
                <a:path w="5132" h="335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4965" y="334"/>
                  </a:lnTo>
                  <a:cubicBezTo>
                    <a:pt x="5060" y="334"/>
                    <a:pt x="5132" y="263"/>
                    <a:pt x="5132" y="168"/>
                  </a:cubicBezTo>
                  <a:cubicBezTo>
                    <a:pt x="5132" y="84"/>
                    <a:pt x="5060" y="1"/>
                    <a:pt x="496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330;p81">
              <a:extLst>
                <a:ext uri="{FF2B5EF4-FFF2-40B4-BE49-F238E27FC236}">
                  <a16:creationId xmlns:a16="http://schemas.microsoft.com/office/drawing/2014/main" id="{3D4088C0-5635-9B56-D012-4C549C82F47F}"/>
                </a:ext>
              </a:extLst>
            </p:cNvPr>
            <p:cNvSpPr/>
            <p:nvPr/>
          </p:nvSpPr>
          <p:spPr>
            <a:xfrm>
              <a:off x="1800270" y="3580798"/>
              <a:ext cx="162582" cy="10581"/>
            </a:xfrm>
            <a:custGeom>
              <a:avLst/>
              <a:gdLst/>
              <a:ahLst/>
              <a:cxnLst/>
              <a:rect l="l" t="t" r="r" b="b"/>
              <a:pathLst>
                <a:path w="5132" h="33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55" y="334"/>
                  </a:cubicBezTo>
                  <a:lnTo>
                    <a:pt x="4965" y="334"/>
                  </a:lnTo>
                  <a:cubicBezTo>
                    <a:pt x="5060" y="334"/>
                    <a:pt x="5132" y="262"/>
                    <a:pt x="5132" y="167"/>
                  </a:cubicBezTo>
                  <a:cubicBezTo>
                    <a:pt x="5132" y="84"/>
                    <a:pt x="5060" y="0"/>
                    <a:pt x="4965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39AE756-E0E6-3740-52C4-3F1091941F61}"/>
              </a:ext>
            </a:extLst>
          </p:cNvPr>
          <p:cNvSpPr/>
          <p:nvPr/>
        </p:nvSpPr>
        <p:spPr>
          <a:xfrm>
            <a:off x="1920648" y="622380"/>
            <a:ext cx="1524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P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roblem  </a:t>
            </a: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S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tatements  </a:t>
            </a:r>
            <a:r>
              <a:rPr lang="en-US" sz="7200" b="1" dirty="0">
                <a:latin typeface="Alexandria"/>
              </a:rPr>
              <a:t>&amp;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</a:t>
            </a: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T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echnical  </a:t>
            </a: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C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hallenges</a:t>
            </a:r>
            <a:endParaRPr lang="en-US" sz="3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4E18F-3198-5417-84C1-BC5055EE041D}"/>
              </a:ext>
            </a:extLst>
          </p:cNvPr>
          <p:cNvSpPr txBox="1"/>
          <p:nvPr/>
        </p:nvSpPr>
        <p:spPr>
          <a:xfrm>
            <a:off x="1196858" y="2698330"/>
            <a:ext cx="1008074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Data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Student interests, department, enrolled clubs.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Event participation history &amp;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Trending/popular events based on total bookings.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r>
              <a:rPr lang="en-US" sz="3200" b="1" dirty="0">
                <a:latin typeface="Book Antiqua" panose="02040602050305030304" pitchFamily="18" charset="0"/>
              </a:rPr>
              <a:t>Algorithmic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Combining rule-based filtering.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Cold start problem for new users with no historical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Real-time updates based on continuous user interactions.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Ensuring real-time event recommendation .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r>
              <a:rPr lang="en-US" sz="3200" b="1" dirty="0">
                <a:latin typeface="Book Antiqua" panose="02040602050305030304" pitchFamily="18" charset="0"/>
              </a:rPr>
              <a:t>Scalability &amp;amp; High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Supporting thousands of concurrent users request on server.</a:t>
            </a:r>
          </a:p>
        </p:txBody>
      </p:sp>
      <p:pic>
        <p:nvPicPr>
          <p:cNvPr id="14" name="Picture 13" descr="A cartoon of two people standing next to a question mark&#10;&#10;AI-generated content may be incorrect.">
            <a:extLst>
              <a:ext uri="{FF2B5EF4-FFF2-40B4-BE49-F238E27FC236}">
                <a16:creationId xmlns:a16="http://schemas.microsoft.com/office/drawing/2014/main" id="{F6EE6DBC-13CA-3BD8-E5A9-AAA14DEF2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7492" y="5524501"/>
            <a:ext cx="5866683" cy="41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0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0FF07-7665-0253-F7CE-B4BC22E7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736;p78">
            <a:extLst>
              <a:ext uri="{FF2B5EF4-FFF2-40B4-BE49-F238E27FC236}">
                <a16:creationId xmlns:a16="http://schemas.microsoft.com/office/drawing/2014/main" id="{6E147ABC-43D3-F6FF-B9F7-D2B22AAD8615}"/>
              </a:ext>
            </a:extLst>
          </p:cNvPr>
          <p:cNvGrpSpPr/>
          <p:nvPr/>
        </p:nvGrpSpPr>
        <p:grpSpPr>
          <a:xfrm>
            <a:off x="685800" y="647700"/>
            <a:ext cx="990600" cy="1066800"/>
            <a:chOff x="5220616" y="2791061"/>
            <a:chExt cx="373185" cy="302466"/>
          </a:xfrm>
        </p:grpSpPr>
        <p:sp>
          <p:nvSpPr>
            <p:cNvPr id="3" name="Google Shape;9737;p78">
              <a:extLst>
                <a:ext uri="{FF2B5EF4-FFF2-40B4-BE49-F238E27FC236}">
                  <a16:creationId xmlns:a16="http://schemas.microsoft.com/office/drawing/2014/main" id="{5EE34C3E-16D3-9CA8-FB69-D79A101BF5DC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738;p78">
              <a:extLst>
                <a:ext uri="{FF2B5EF4-FFF2-40B4-BE49-F238E27FC236}">
                  <a16:creationId xmlns:a16="http://schemas.microsoft.com/office/drawing/2014/main" id="{9D63D240-48F1-BAC3-E62E-3AF1AB9B0E91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739;p78">
              <a:extLst>
                <a:ext uri="{FF2B5EF4-FFF2-40B4-BE49-F238E27FC236}">
                  <a16:creationId xmlns:a16="http://schemas.microsoft.com/office/drawing/2014/main" id="{C6257789-5E3A-60FC-7A77-6378E13C0C36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740;p78">
              <a:extLst>
                <a:ext uri="{FF2B5EF4-FFF2-40B4-BE49-F238E27FC236}">
                  <a16:creationId xmlns:a16="http://schemas.microsoft.com/office/drawing/2014/main" id="{04C19632-3599-62DE-6170-C610048EB91E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741;p78">
              <a:extLst>
                <a:ext uri="{FF2B5EF4-FFF2-40B4-BE49-F238E27FC236}">
                  <a16:creationId xmlns:a16="http://schemas.microsoft.com/office/drawing/2014/main" id="{606DB1C5-BDD7-7650-57C1-13280EAB3666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742;p78">
              <a:extLst>
                <a:ext uri="{FF2B5EF4-FFF2-40B4-BE49-F238E27FC236}">
                  <a16:creationId xmlns:a16="http://schemas.microsoft.com/office/drawing/2014/main" id="{65D88F98-E781-72C5-9CE0-6125770BDAE0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43;p78">
              <a:extLst>
                <a:ext uri="{FF2B5EF4-FFF2-40B4-BE49-F238E27FC236}">
                  <a16:creationId xmlns:a16="http://schemas.microsoft.com/office/drawing/2014/main" id="{6519EB2B-3033-85A5-3941-8BAC58EFD775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44;p78">
              <a:extLst>
                <a:ext uri="{FF2B5EF4-FFF2-40B4-BE49-F238E27FC236}">
                  <a16:creationId xmlns:a16="http://schemas.microsoft.com/office/drawing/2014/main" id="{5BD19850-F919-37B3-1357-C44FC340917E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45;p78">
              <a:extLst>
                <a:ext uri="{FF2B5EF4-FFF2-40B4-BE49-F238E27FC236}">
                  <a16:creationId xmlns:a16="http://schemas.microsoft.com/office/drawing/2014/main" id="{54783AD3-7BFA-21E1-50E1-80DBA565FA0D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46;p78">
              <a:extLst>
                <a:ext uri="{FF2B5EF4-FFF2-40B4-BE49-F238E27FC236}">
                  <a16:creationId xmlns:a16="http://schemas.microsoft.com/office/drawing/2014/main" id="{2DF81876-3B74-EAED-94CF-5FE699FD0768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47;p78">
              <a:extLst>
                <a:ext uri="{FF2B5EF4-FFF2-40B4-BE49-F238E27FC236}">
                  <a16:creationId xmlns:a16="http://schemas.microsoft.com/office/drawing/2014/main" id="{3F9E1999-5E0F-E19A-D620-D62DCEBC220C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48;p78">
              <a:extLst>
                <a:ext uri="{FF2B5EF4-FFF2-40B4-BE49-F238E27FC236}">
                  <a16:creationId xmlns:a16="http://schemas.microsoft.com/office/drawing/2014/main" id="{151372D1-C08A-E599-C342-4F84A9495F72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49;p78">
              <a:extLst>
                <a:ext uri="{FF2B5EF4-FFF2-40B4-BE49-F238E27FC236}">
                  <a16:creationId xmlns:a16="http://schemas.microsoft.com/office/drawing/2014/main" id="{30448B1A-9A62-8499-50BE-278702BC12F1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50;p78">
              <a:extLst>
                <a:ext uri="{FF2B5EF4-FFF2-40B4-BE49-F238E27FC236}">
                  <a16:creationId xmlns:a16="http://schemas.microsoft.com/office/drawing/2014/main" id="{46FE6F6C-DD67-DC8F-81CD-73313B23C7EB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51;p78">
              <a:extLst>
                <a:ext uri="{FF2B5EF4-FFF2-40B4-BE49-F238E27FC236}">
                  <a16:creationId xmlns:a16="http://schemas.microsoft.com/office/drawing/2014/main" id="{877D1867-37F7-CE47-8987-F0408FF9545B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52;p78">
              <a:extLst>
                <a:ext uri="{FF2B5EF4-FFF2-40B4-BE49-F238E27FC236}">
                  <a16:creationId xmlns:a16="http://schemas.microsoft.com/office/drawing/2014/main" id="{51C1EF23-18F8-073F-5D82-D62A6267DAA2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753;p78">
              <a:extLst>
                <a:ext uri="{FF2B5EF4-FFF2-40B4-BE49-F238E27FC236}">
                  <a16:creationId xmlns:a16="http://schemas.microsoft.com/office/drawing/2014/main" id="{8CF0B785-465C-4B71-D51A-50DCFF966A16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754;p78">
              <a:extLst>
                <a:ext uri="{FF2B5EF4-FFF2-40B4-BE49-F238E27FC236}">
                  <a16:creationId xmlns:a16="http://schemas.microsoft.com/office/drawing/2014/main" id="{78A348B9-6B16-7F3A-BDA5-3D32296717B9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908171D-4CB5-5A13-B846-5F5AE58996EA}"/>
              </a:ext>
            </a:extLst>
          </p:cNvPr>
          <p:cNvSpPr/>
          <p:nvPr/>
        </p:nvSpPr>
        <p:spPr>
          <a:xfrm>
            <a:off x="1843735" y="478671"/>
            <a:ext cx="1524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C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ampus Connect 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– </a:t>
            </a: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W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hat we deliver     </a:t>
            </a:r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!?</a:t>
            </a:r>
            <a:endParaRPr lang="en-US" sz="3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F33415-B587-5625-E71E-21D41D294998}"/>
              </a:ext>
            </a:extLst>
          </p:cNvPr>
          <p:cNvSpPr txBox="1"/>
          <p:nvPr/>
        </p:nvSpPr>
        <p:spPr>
          <a:xfrm>
            <a:off x="918699" y="2509905"/>
            <a:ext cx="11425701" cy="556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Manual notice boards are replaced with a digital event browsing service, giving users easy event discovery.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Missed schedules are solved through smart notification and reminder services, ensuring  users never miss events.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Manual attendance sheets are replaced with a QR code attendance service, providing  fast and error-free tracking.</a:t>
            </a:r>
          </a:p>
        </p:txBody>
      </p:sp>
      <p:pic>
        <p:nvPicPr>
          <p:cNvPr id="27" name="Picture 26" descr="A person standing next to a large cellphone&#10;&#10;AI-generated content may be incorrect.">
            <a:extLst>
              <a:ext uri="{FF2B5EF4-FFF2-40B4-BE49-F238E27FC236}">
                <a16:creationId xmlns:a16="http://schemas.microsoft.com/office/drawing/2014/main" id="{88D460D7-7080-65FB-A6C6-9B1EBB474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510" y="3848100"/>
            <a:ext cx="6225213" cy="626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9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E8E34-7EE0-EC19-0534-082071F4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736;p78">
            <a:extLst>
              <a:ext uri="{FF2B5EF4-FFF2-40B4-BE49-F238E27FC236}">
                <a16:creationId xmlns:a16="http://schemas.microsoft.com/office/drawing/2014/main" id="{7D01B9FD-F1F2-ED24-1E44-06401B4AF887}"/>
              </a:ext>
            </a:extLst>
          </p:cNvPr>
          <p:cNvGrpSpPr/>
          <p:nvPr/>
        </p:nvGrpSpPr>
        <p:grpSpPr>
          <a:xfrm>
            <a:off x="685800" y="647700"/>
            <a:ext cx="990600" cy="1066800"/>
            <a:chOff x="5220616" y="2791061"/>
            <a:chExt cx="373185" cy="302466"/>
          </a:xfrm>
        </p:grpSpPr>
        <p:sp>
          <p:nvSpPr>
            <p:cNvPr id="3" name="Google Shape;9737;p78">
              <a:extLst>
                <a:ext uri="{FF2B5EF4-FFF2-40B4-BE49-F238E27FC236}">
                  <a16:creationId xmlns:a16="http://schemas.microsoft.com/office/drawing/2014/main" id="{9A71B951-1A87-1015-00E8-C5BE71AEFA2C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738;p78">
              <a:extLst>
                <a:ext uri="{FF2B5EF4-FFF2-40B4-BE49-F238E27FC236}">
                  <a16:creationId xmlns:a16="http://schemas.microsoft.com/office/drawing/2014/main" id="{483FC59E-8DD2-6A0A-86A2-F955608F155D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739;p78">
              <a:extLst>
                <a:ext uri="{FF2B5EF4-FFF2-40B4-BE49-F238E27FC236}">
                  <a16:creationId xmlns:a16="http://schemas.microsoft.com/office/drawing/2014/main" id="{95E1CA30-7D2C-C9E3-4262-5C5CBA8DFD08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740;p78">
              <a:extLst>
                <a:ext uri="{FF2B5EF4-FFF2-40B4-BE49-F238E27FC236}">
                  <a16:creationId xmlns:a16="http://schemas.microsoft.com/office/drawing/2014/main" id="{BF82ABB6-D184-6EEB-C532-06F29AC11514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741;p78">
              <a:extLst>
                <a:ext uri="{FF2B5EF4-FFF2-40B4-BE49-F238E27FC236}">
                  <a16:creationId xmlns:a16="http://schemas.microsoft.com/office/drawing/2014/main" id="{A7ABEC60-61CD-76C5-C22A-F63FBFEE0561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742;p78">
              <a:extLst>
                <a:ext uri="{FF2B5EF4-FFF2-40B4-BE49-F238E27FC236}">
                  <a16:creationId xmlns:a16="http://schemas.microsoft.com/office/drawing/2014/main" id="{E1F93D1A-5519-6ED8-DDF6-A7E0E9CCF14E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43;p78">
              <a:extLst>
                <a:ext uri="{FF2B5EF4-FFF2-40B4-BE49-F238E27FC236}">
                  <a16:creationId xmlns:a16="http://schemas.microsoft.com/office/drawing/2014/main" id="{0017F6D8-FE90-A9A2-BD48-14DCA91D30B4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44;p78">
              <a:extLst>
                <a:ext uri="{FF2B5EF4-FFF2-40B4-BE49-F238E27FC236}">
                  <a16:creationId xmlns:a16="http://schemas.microsoft.com/office/drawing/2014/main" id="{B55CBE5F-04E8-7FC2-FAA7-1A8594F7DC92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45;p78">
              <a:extLst>
                <a:ext uri="{FF2B5EF4-FFF2-40B4-BE49-F238E27FC236}">
                  <a16:creationId xmlns:a16="http://schemas.microsoft.com/office/drawing/2014/main" id="{70CFDF64-5752-B0F3-F469-CABF9DDE11CD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46;p78">
              <a:extLst>
                <a:ext uri="{FF2B5EF4-FFF2-40B4-BE49-F238E27FC236}">
                  <a16:creationId xmlns:a16="http://schemas.microsoft.com/office/drawing/2014/main" id="{B66D55F9-A6D2-CF16-CA7F-DB5D58BBB4FF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47;p78">
              <a:extLst>
                <a:ext uri="{FF2B5EF4-FFF2-40B4-BE49-F238E27FC236}">
                  <a16:creationId xmlns:a16="http://schemas.microsoft.com/office/drawing/2014/main" id="{5636ACB9-79A6-5CD0-996F-27C9A7CC0125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48;p78">
              <a:extLst>
                <a:ext uri="{FF2B5EF4-FFF2-40B4-BE49-F238E27FC236}">
                  <a16:creationId xmlns:a16="http://schemas.microsoft.com/office/drawing/2014/main" id="{FB7E765E-7EB6-4DF8-30FC-E125B217DB53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49;p78">
              <a:extLst>
                <a:ext uri="{FF2B5EF4-FFF2-40B4-BE49-F238E27FC236}">
                  <a16:creationId xmlns:a16="http://schemas.microsoft.com/office/drawing/2014/main" id="{F816D27D-71D5-4496-2F19-037A9E0ECC5F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50;p78">
              <a:extLst>
                <a:ext uri="{FF2B5EF4-FFF2-40B4-BE49-F238E27FC236}">
                  <a16:creationId xmlns:a16="http://schemas.microsoft.com/office/drawing/2014/main" id="{4752A82B-A68E-48D6-A186-13328C0011C6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51;p78">
              <a:extLst>
                <a:ext uri="{FF2B5EF4-FFF2-40B4-BE49-F238E27FC236}">
                  <a16:creationId xmlns:a16="http://schemas.microsoft.com/office/drawing/2014/main" id="{EA2CBDAB-FE32-00D1-3ADE-112729FE2808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52;p78">
              <a:extLst>
                <a:ext uri="{FF2B5EF4-FFF2-40B4-BE49-F238E27FC236}">
                  <a16:creationId xmlns:a16="http://schemas.microsoft.com/office/drawing/2014/main" id="{ED929219-51D0-9FE8-326E-444891EF9321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753;p78">
              <a:extLst>
                <a:ext uri="{FF2B5EF4-FFF2-40B4-BE49-F238E27FC236}">
                  <a16:creationId xmlns:a16="http://schemas.microsoft.com/office/drawing/2014/main" id="{D93692BF-2961-8FAA-3902-4B3863D47FCE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754;p78">
              <a:extLst>
                <a:ext uri="{FF2B5EF4-FFF2-40B4-BE49-F238E27FC236}">
                  <a16:creationId xmlns:a16="http://schemas.microsoft.com/office/drawing/2014/main" id="{2A475B4D-86C5-2E60-48A8-9F5EB02D3056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6C52D-0E17-9D7F-6861-42B8D32DF7DD}"/>
              </a:ext>
            </a:extLst>
          </p:cNvPr>
          <p:cNvSpPr/>
          <p:nvPr/>
        </p:nvSpPr>
        <p:spPr>
          <a:xfrm>
            <a:off x="1843735" y="478671"/>
            <a:ext cx="1524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C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ampus Connect </a:t>
            </a:r>
            <a:r>
              <a:rPr lang="en-US" sz="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– </a:t>
            </a: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W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hat we deliver     </a:t>
            </a:r>
            <a:r>
              <a:rPr lang="en-US" sz="8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!?</a:t>
            </a:r>
            <a:endParaRPr lang="en-US" sz="3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28820-7253-08CD-2C9B-C1A186834BA1}"/>
              </a:ext>
            </a:extLst>
          </p:cNvPr>
          <p:cNvSpPr txBox="1"/>
          <p:nvPr/>
        </p:nvSpPr>
        <p:spPr>
          <a:xfrm>
            <a:off x="1028581" y="2273176"/>
            <a:ext cx="11273301" cy="666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Difficult participation tracking is improved with event history and certificate services, giving users proper records and proof.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Ticket handling problems are addressed with online ticketing and payment 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services,offering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smooth and secure registration.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Delayed updates are solved by real-time notification services, delivering instant updates and synchronization to users.</a:t>
            </a:r>
          </a:p>
        </p:txBody>
      </p:sp>
      <p:pic>
        <p:nvPicPr>
          <p:cNvPr id="24" name="Picture 2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F758DD-FC90-5C09-BE85-F6FE6837D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0" y="5464017"/>
            <a:ext cx="65817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8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8C831-D5D9-0A71-754B-93B4865D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390;p77">
            <a:extLst>
              <a:ext uri="{FF2B5EF4-FFF2-40B4-BE49-F238E27FC236}">
                <a16:creationId xmlns:a16="http://schemas.microsoft.com/office/drawing/2014/main" id="{1C789F8E-2BFB-7F5F-5768-F7D991540C2F}"/>
              </a:ext>
            </a:extLst>
          </p:cNvPr>
          <p:cNvSpPr/>
          <p:nvPr/>
        </p:nvSpPr>
        <p:spPr>
          <a:xfrm>
            <a:off x="609600" y="571500"/>
            <a:ext cx="762000" cy="7620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597FC-ECAF-2539-6C30-A03416C81349}"/>
              </a:ext>
            </a:extLst>
          </p:cNvPr>
          <p:cNvSpPr/>
          <p:nvPr/>
        </p:nvSpPr>
        <p:spPr>
          <a:xfrm>
            <a:off x="1843735" y="478671"/>
            <a:ext cx="94338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ER D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iagram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9B045C89-4EF0-F2E5-E155-63072A2DD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337" y="1586667"/>
            <a:ext cx="14616263" cy="86622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635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D81AD-D1B7-A880-C53C-3CA699F3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390;p77">
            <a:extLst>
              <a:ext uri="{FF2B5EF4-FFF2-40B4-BE49-F238E27FC236}">
                <a16:creationId xmlns:a16="http://schemas.microsoft.com/office/drawing/2014/main" id="{8C262BE6-7F55-3141-0996-8B55F824A64A}"/>
              </a:ext>
            </a:extLst>
          </p:cNvPr>
          <p:cNvSpPr/>
          <p:nvPr/>
        </p:nvSpPr>
        <p:spPr>
          <a:xfrm>
            <a:off x="609600" y="571500"/>
            <a:ext cx="762000" cy="7620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4CD8A-7036-825C-C80E-9A918D2A6401}"/>
              </a:ext>
            </a:extLst>
          </p:cNvPr>
          <p:cNvSpPr/>
          <p:nvPr/>
        </p:nvSpPr>
        <p:spPr>
          <a:xfrm>
            <a:off x="1843735" y="478671"/>
            <a:ext cx="94338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se  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C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ase  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D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iagram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F51F1317-F607-3B79-E6BF-4D66A589B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583736"/>
            <a:ext cx="11658600" cy="8528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637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70C88-DBFF-1A82-6501-4EAF15C2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90;p77">
            <a:extLst>
              <a:ext uri="{FF2B5EF4-FFF2-40B4-BE49-F238E27FC236}">
                <a16:creationId xmlns:a16="http://schemas.microsoft.com/office/drawing/2014/main" id="{CB529F8C-975F-FDB5-4638-6BA65A3D1B5D}"/>
              </a:ext>
            </a:extLst>
          </p:cNvPr>
          <p:cNvSpPr/>
          <p:nvPr/>
        </p:nvSpPr>
        <p:spPr>
          <a:xfrm>
            <a:off x="609600" y="571500"/>
            <a:ext cx="762000" cy="7620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58BE2-105B-E2DB-93A3-BF2FAA0F4CB4}"/>
              </a:ext>
            </a:extLst>
          </p:cNvPr>
          <p:cNvSpPr/>
          <p:nvPr/>
        </p:nvSpPr>
        <p:spPr>
          <a:xfrm>
            <a:off x="1524000" y="398502"/>
            <a:ext cx="52428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D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ata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F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low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D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iagram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7AB1E01C-3C50-7318-82FB-6C8595BD8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626" y="0"/>
            <a:ext cx="9045374" cy="10287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30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9865B-1927-FC32-63FD-A1A1316C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90;p77">
            <a:extLst>
              <a:ext uri="{FF2B5EF4-FFF2-40B4-BE49-F238E27FC236}">
                <a16:creationId xmlns:a16="http://schemas.microsoft.com/office/drawing/2014/main" id="{AEA6DEE5-85AB-C116-4734-85B9D7BC2C81}"/>
              </a:ext>
            </a:extLst>
          </p:cNvPr>
          <p:cNvSpPr/>
          <p:nvPr/>
        </p:nvSpPr>
        <p:spPr>
          <a:xfrm>
            <a:off x="609600" y="571500"/>
            <a:ext cx="762000" cy="7620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F2FEE-8B4E-C852-B05E-777AF1DB21AD}"/>
              </a:ext>
            </a:extLst>
          </p:cNvPr>
          <p:cNvSpPr/>
          <p:nvPr/>
        </p:nvSpPr>
        <p:spPr>
          <a:xfrm>
            <a:off x="1524000" y="398502"/>
            <a:ext cx="52428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B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lock</a:t>
            </a: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D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iagram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7949D18D-B4C9-AE1C-6F41-37AC0766A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25526"/>
            <a:ext cx="16769988" cy="78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8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85432-B360-2D47-1E0D-2DDD9710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3577;p84">
            <a:extLst>
              <a:ext uri="{FF2B5EF4-FFF2-40B4-BE49-F238E27FC236}">
                <a16:creationId xmlns:a16="http://schemas.microsoft.com/office/drawing/2014/main" id="{2895670F-2310-5888-ACC8-C3D39C515DBA}"/>
              </a:ext>
            </a:extLst>
          </p:cNvPr>
          <p:cNvGrpSpPr/>
          <p:nvPr/>
        </p:nvGrpSpPr>
        <p:grpSpPr>
          <a:xfrm>
            <a:off x="685799" y="571500"/>
            <a:ext cx="1288533" cy="762000"/>
            <a:chOff x="7009649" y="1541981"/>
            <a:chExt cx="524940" cy="320655"/>
          </a:xfrm>
          <a:solidFill>
            <a:schemeClr val="accent5">
              <a:lumMod val="50000"/>
            </a:schemeClr>
          </a:solidFill>
        </p:grpSpPr>
        <p:sp>
          <p:nvSpPr>
            <p:cNvPr id="9" name="Google Shape;13578;p84">
              <a:extLst>
                <a:ext uri="{FF2B5EF4-FFF2-40B4-BE49-F238E27FC236}">
                  <a16:creationId xmlns:a16="http://schemas.microsoft.com/office/drawing/2014/main" id="{CA044575-EE22-F596-373E-84CBDDDBDD20}"/>
                </a:ext>
              </a:extLst>
            </p:cNvPr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579;p84">
              <a:extLst>
                <a:ext uri="{FF2B5EF4-FFF2-40B4-BE49-F238E27FC236}">
                  <a16:creationId xmlns:a16="http://schemas.microsoft.com/office/drawing/2014/main" id="{56580481-95D2-82A7-49E7-9661445AA12B}"/>
                </a:ext>
              </a:extLst>
            </p:cNvPr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580;p84">
              <a:extLst>
                <a:ext uri="{FF2B5EF4-FFF2-40B4-BE49-F238E27FC236}">
                  <a16:creationId xmlns:a16="http://schemas.microsoft.com/office/drawing/2014/main" id="{32F5FFAD-3A92-A3D2-4245-4F856615A5CD}"/>
                </a:ext>
              </a:extLst>
            </p:cNvPr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581;p84">
              <a:extLst>
                <a:ext uri="{FF2B5EF4-FFF2-40B4-BE49-F238E27FC236}">
                  <a16:creationId xmlns:a16="http://schemas.microsoft.com/office/drawing/2014/main" id="{E55FC7D8-9982-38BD-9092-EBF1B5FCA1E0}"/>
                </a:ext>
              </a:extLst>
            </p:cNvPr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582;p84">
              <a:extLst>
                <a:ext uri="{FF2B5EF4-FFF2-40B4-BE49-F238E27FC236}">
                  <a16:creationId xmlns:a16="http://schemas.microsoft.com/office/drawing/2014/main" id="{7F831276-56BC-065E-59FB-DD213F2645A0}"/>
                </a:ext>
              </a:extLst>
            </p:cNvPr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583;p84">
              <a:extLst>
                <a:ext uri="{FF2B5EF4-FFF2-40B4-BE49-F238E27FC236}">
                  <a16:creationId xmlns:a16="http://schemas.microsoft.com/office/drawing/2014/main" id="{CFE713A0-47CE-6CCC-A4E2-3517CB505F7F}"/>
                </a:ext>
              </a:extLst>
            </p:cNvPr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584;p84">
              <a:extLst>
                <a:ext uri="{FF2B5EF4-FFF2-40B4-BE49-F238E27FC236}">
                  <a16:creationId xmlns:a16="http://schemas.microsoft.com/office/drawing/2014/main" id="{96BE3000-4F89-6667-BEE2-01C1772CA675}"/>
                </a:ext>
              </a:extLst>
            </p:cNvPr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grpFill/>
            <a:ln w="1905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585;p84">
              <a:extLst>
                <a:ext uri="{FF2B5EF4-FFF2-40B4-BE49-F238E27FC236}">
                  <a16:creationId xmlns:a16="http://schemas.microsoft.com/office/drawing/2014/main" id="{E32D2E5D-B8D1-40A9-A509-7451C745F0F7}"/>
                </a:ext>
              </a:extLst>
            </p:cNvPr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grpFill/>
            <a:ln w="9525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A579021-2071-CB67-2C80-4207A99B4F7C}"/>
              </a:ext>
            </a:extLst>
          </p:cNvPr>
          <p:cNvSpPr/>
          <p:nvPr/>
        </p:nvSpPr>
        <p:spPr>
          <a:xfrm>
            <a:off x="1974333" y="314235"/>
            <a:ext cx="1524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T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echnology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</a:t>
            </a:r>
            <a:endParaRPr lang="en-US" sz="38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62FE1-2E86-8F1D-8A50-211D4A55297A}"/>
              </a:ext>
            </a:extLst>
          </p:cNvPr>
          <p:cNvSpPr txBox="1"/>
          <p:nvPr/>
        </p:nvSpPr>
        <p:spPr>
          <a:xfrm>
            <a:off x="1170600" y="1943100"/>
            <a:ext cx="919260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Frontend :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React.JS , Material UI , Bootstrap , Type Script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Backend :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Node.JS , Nest.JS , Type Script</a:t>
            </a: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Authentication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Passport JWT , Google Authentication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Scalability Performance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 NGINX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Database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PostgreSQL (Using Prisma ORM)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Testing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Selenium</a:t>
            </a: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pic>
        <p:nvPicPr>
          <p:cNvPr id="21" name="Picture 20" descr="A person walking towards a computer screen&#10;&#10;AI-generated content may be incorrect.">
            <a:extLst>
              <a:ext uri="{FF2B5EF4-FFF2-40B4-BE49-F238E27FC236}">
                <a16:creationId xmlns:a16="http://schemas.microsoft.com/office/drawing/2014/main" id="{EF52DE12-8558-78F0-4126-F5E443712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333" y="4686300"/>
            <a:ext cx="8413084" cy="544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8084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04398-F0C9-C666-E32B-34C4C7E0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90;p77">
            <a:extLst>
              <a:ext uri="{FF2B5EF4-FFF2-40B4-BE49-F238E27FC236}">
                <a16:creationId xmlns:a16="http://schemas.microsoft.com/office/drawing/2014/main" id="{D6090A67-DE42-E500-4254-CD1D1316AE85}"/>
              </a:ext>
            </a:extLst>
          </p:cNvPr>
          <p:cNvSpPr/>
          <p:nvPr/>
        </p:nvSpPr>
        <p:spPr>
          <a:xfrm>
            <a:off x="609600" y="571500"/>
            <a:ext cx="762000" cy="7620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75C07-022D-F2BF-5E3D-5F699DC0586E}"/>
              </a:ext>
            </a:extLst>
          </p:cNvPr>
          <p:cNvSpPr/>
          <p:nvPr/>
        </p:nvSpPr>
        <p:spPr>
          <a:xfrm>
            <a:off x="1600200" y="444668"/>
            <a:ext cx="52428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F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uture 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G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E05E3-296A-92B9-2B87-7DFC163F10B4}"/>
              </a:ext>
            </a:extLst>
          </p:cNvPr>
          <p:cNvSpPr txBox="1"/>
          <p:nvPr/>
        </p:nvSpPr>
        <p:spPr>
          <a:xfrm>
            <a:off x="1600200" y="1943100"/>
            <a:ext cx="91926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In Capstone B  :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Implement the whole system .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Book Antiqua" panose="02040602050305030304" pitchFamily="18" charset="0"/>
              </a:rPr>
              <a:t>In Capstone C :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     Check the effectiveness .</a:t>
            </a: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43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43B0F-BCBF-7AED-6F42-41EF9D74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899B2B-8B94-C771-6A62-63C402FC40F6}"/>
              </a:ext>
            </a:extLst>
          </p:cNvPr>
          <p:cNvSpPr/>
          <p:nvPr/>
        </p:nvSpPr>
        <p:spPr>
          <a:xfrm>
            <a:off x="5257800" y="4152900"/>
            <a:ext cx="89154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T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hank</a:t>
            </a:r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 Y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Alexandria"/>
              </a:rPr>
              <a:t>ou</a:t>
            </a:r>
            <a:endParaRPr lang="en-US" sz="7200" b="1" dirty="0">
              <a:solidFill>
                <a:schemeClr val="accent1">
                  <a:lumMod val="50000"/>
                </a:schemeClr>
              </a:solidFill>
              <a:latin typeface="Alexandria"/>
            </a:endParaRPr>
          </a:p>
        </p:txBody>
      </p:sp>
    </p:spTree>
    <p:extLst>
      <p:ext uri="{BB962C8B-B14F-4D97-AF65-F5344CB8AC3E}">
        <p14:creationId xmlns:p14="http://schemas.microsoft.com/office/powerpoint/2010/main" val="25488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934</Words>
  <Application>Microsoft Office PowerPoint</Application>
  <PresentationFormat>Custom</PresentationFormat>
  <Paragraphs>144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Cooper Black</vt:lpstr>
      <vt:lpstr>Calibri</vt:lpstr>
      <vt:lpstr>Arial</vt:lpstr>
      <vt:lpstr>Signika</vt:lpstr>
      <vt:lpstr>Alexandria</vt:lpstr>
      <vt:lpstr>Book Antiqua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Icslab5 License4</cp:lastModifiedBy>
  <cp:revision>66</cp:revision>
  <dcterms:created xsi:type="dcterms:W3CDTF">2006-08-16T00:00:00Z</dcterms:created>
  <dcterms:modified xsi:type="dcterms:W3CDTF">2025-09-08T06:22:37Z</dcterms:modified>
  <dc:identifier>DAGwvS7ZQJA</dc:identifier>
</cp:coreProperties>
</file>